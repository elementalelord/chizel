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slideLayouts/_rels/slideLayout9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1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s/slide1.xml" ContentType="application/vnd.openxmlformats-officedocument.presentationml.slide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_rels/slide4.xml.rels" ContentType="application/vnd.openxmlformats-package.relationships+xml"/>
  <Override PartName="/ppt/slides/_rels/slide3.xml.rels" ContentType="application/vnd.openxmlformats-package.relationships+xml"/>
  <Override PartName="/ppt/slides/_rels/slide2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10.xml" ContentType="application/vnd.openxmlformats-officedocument.presentationml.slide+xml"/>
  <Override PartName="/ppt/slides/slide8.xml" ContentType="application/vnd.openxmlformats-officedocument.presentationml.slide+xml"/>
  <Override PartName="/ppt/slides/slide11.xml" ContentType="application/vnd.openxmlformats-officedocument.presentationml.slide+xml"/>
  <Override PartName="/ppt/slides/slide9.xml" ContentType="application/vnd.openxmlformats-officedocument.presentationml.slide+xml"/>
  <Override PartName="/ppt/_rels/presentation.xml.rels" ContentType="application/vnd.openxmlformats-package.relationships+xml"/>
  <Override PartName="/ppt/media/image1.png" ContentType="image/png"/>
  <Override PartName="/ppt/media/image2.svg" ContentType="image/svg"/>
  <Override PartName="/ppt/media/image3.png" ContentType="image/png"/>
  <Override PartName="/ppt/media/image4.svg" ContentType="image/svg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sldIdLst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</p:sldIdLst>
  <p:sldSz cx="18288000" cy="10287000"/>
  <p:notesSz cx="7772400" cy="100584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dt" idx="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ftr" idx="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" name="PlaceHolder 3"/>
          <p:cNvSpPr>
            <a:spLocks noGrp="1"/>
          </p:cNvSpPr>
          <p:nvPr>
            <p:ph type="sldNum" idx="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4D9839-1F11-4BF6-86FA-E6B9D3DB4D5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4"/>
          <p:cNvSpPr>
            <a:spLocks noGrp="1"/>
          </p:cNvSpPr>
          <p:nvPr>
            <p:ph type="title"/>
          </p:nvPr>
        </p:nvSpPr>
        <p:spPr>
          <a:xfrm>
            <a:off x="914400" y="410400"/>
            <a:ext cx="16458480" cy="17172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indent="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" name="PlaceHolder 5"/>
          <p:cNvSpPr>
            <a:spLocks noGrp="1"/>
          </p:cNvSpPr>
          <p:nvPr>
            <p:ph type="body"/>
          </p:nvPr>
        </p:nvSpPr>
        <p:spPr>
          <a:xfrm>
            <a:off x="914400" y="2406960"/>
            <a:ext cx="16458480" cy="59655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t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laceHolder 1"/>
          <p:cNvSpPr>
            <a:spLocks noGrp="1"/>
          </p:cNvSpPr>
          <p:nvPr>
            <p:ph type="title"/>
          </p:nvPr>
        </p:nvSpPr>
        <p:spPr>
          <a:xfrm>
            <a:off x="457200" y="272880"/>
            <a:ext cx="3007440" cy="11613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2"/>
          <p:cNvSpPr>
            <a:spLocks noGrp="1"/>
          </p:cNvSpPr>
          <p:nvPr>
            <p:ph type="body"/>
          </p:nvPr>
        </p:nvSpPr>
        <p:spPr>
          <a:xfrm>
            <a:off x="3575160" y="272880"/>
            <a:ext cx="5110920" cy="5852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" name="PlaceHolder 3"/>
          <p:cNvSpPr>
            <a:spLocks noGrp="1"/>
          </p:cNvSpPr>
          <p:nvPr>
            <p:ph type="body"/>
          </p:nvPr>
        </p:nvSpPr>
        <p:spPr>
          <a:xfrm>
            <a:off x="457200" y="1434960"/>
            <a:ext cx="3007440" cy="46904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" name="PlaceHolder 4"/>
          <p:cNvSpPr>
            <a:spLocks noGrp="1"/>
          </p:cNvSpPr>
          <p:nvPr>
            <p:ph type="dt" idx="4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5"/>
          <p:cNvSpPr>
            <a:spLocks noGrp="1"/>
          </p:cNvSpPr>
          <p:nvPr>
            <p:ph type="ftr" idx="5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6"/>
          <p:cNvSpPr>
            <a:spLocks noGrp="1"/>
          </p:cNvSpPr>
          <p:nvPr>
            <p:ph type="sldNum" idx="6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2B84682-68EC-427D-913C-A74D7C0278A5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Picture with Capti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1792440" y="4800600"/>
            <a:ext cx="5485680" cy="5659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 type="body"/>
          </p:nvPr>
        </p:nvSpPr>
        <p:spPr>
          <a:xfrm>
            <a:off x="1792440" y="612720"/>
            <a:ext cx="5485680" cy="411408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10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864000" indent="-324000">
              <a:lnSpc>
                <a:spcPct val="10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296000" indent="-288000">
              <a:lnSpc>
                <a:spcPct val="10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728000" indent="-216000">
              <a:lnSpc>
                <a:spcPct val="10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160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5" marL="2592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6" marL="3024000" indent="-216000">
              <a:lnSpc>
                <a:spcPct val="10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 type="body"/>
          </p:nvPr>
        </p:nvSpPr>
        <p:spPr>
          <a:xfrm>
            <a:off x="1792440" y="5367240"/>
            <a:ext cx="5485680" cy="80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spcBef>
                <a:spcPts val="281"/>
              </a:spcBef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 type="dt" idx="7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5"/>
          <p:cNvSpPr>
            <a:spLocks noGrp="1"/>
          </p:cNvSpPr>
          <p:nvPr>
            <p:ph type="ftr" idx="8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6"/>
          <p:cNvSpPr>
            <a:spLocks noGrp="1"/>
          </p:cNvSpPr>
          <p:nvPr>
            <p:ph type="sldNum" idx="9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164C717-7CA0-43C6-A697-D80DFFFBA7BA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Title Slid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PlaceHolder 1"/>
          <p:cNvSpPr>
            <a:spLocks noGrp="1"/>
          </p:cNvSpPr>
          <p:nvPr>
            <p:ph type="title"/>
          </p:nvPr>
        </p:nvSpPr>
        <p:spPr>
          <a:xfrm>
            <a:off x="685800" y="2130480"/>
            <a:ext cx="7771680" cy="1469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" name="PlaceHolder 2"/>
          <p:cNvSpPr>
            <a:spLocks noGrp="1"/>
          </p:cNvSpPr>
          <p:nvPr>
            <p:ph type="dt" idx="10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" name="PlaceHolder 3"/>
          <p:cNvSpPr>
            <a:spLocks noGrp="1"/>
          </p:cNvSpPr>
          <p:nvPr>
            <p:ph type="ftr" idx="11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0" name="PlaceHolder 4"/>
          <p:cNvSpPr>
            <a:spLocks noGrp="1"/>
          </p:cNvSpPr>
          <p:nvPr>
            <p:ph type="sldNum" idx="12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BB9823-2619-4227-8609-59E97708F0C1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le and Vertical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" name="PlaceHolder 3"/>
          <p:cNvSpPr>
            <a:spLocks noGrp="1"/>
          </p:cNvSpPr>
          <p:nvPr>
            <p:ph type="dt" idx="13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4" name="PlaceHolder 4"/>
          <p:cNvSpPr>
            <a:spLocks noGrp="1"/>
          </p:cNvSpPr>
          <p:nvPr>
            <p:ph type="ftr" idx="14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5" name="PlaceHolder 5"/>
          <p:cNvSpPr>
            <a:spLocks noGrp="1"/>
          </p:cNvSpPr>
          <p:nvPr>
            <p:ph type="sldNum" idx="15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444678F-1096-4384-8F6C-B80BC1EBE282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Vertical Title and Tex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629400" y="274680"/>
            <a:ext cx="2056680" cy="58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 type="body"/>
          </p:nvPr>
        </p:nvSpPr>
        <p:spPr>
          <a:xfrm>
            <a:off x="457200" y="274680"/>
            <a:ext cx="6019200" cy="58507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 type="dt" idx="16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 type="ftr" idx="17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 type="sldNum" idx="18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2FB8F2C-3B8B-4595-88F4-59B05F43C963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 and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822888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64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 type="dt" idx="19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 type="ftr" idx="20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 type="sldNum" idx="21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A70DD5D-23C8-4310-BB5D-FC4632E123A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Section Header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PlaceHolder 1"/>
          <p:cNvSpPr>
            <a:spLocks noGrp="1"/>
          </p:cNvSpPr>
          <p:nvPr>
            <p:ph type="title"/>
          </p:nvPr>
        </p:nvSpPr>
        <p:spPr>
          <a:xfrm>
            <a:off x="722160" y="4406760"/>
            <a:ext cx="7771680" cy="13615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4000" strike="noStrike" u="none" cap="all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" name="PlaceHolder 2"/>
          <p:cNvSpPr>
            <a:spLocks noGrp="1"/>
          </p:cNvSpPr>
          <p:nvPr>
            <p:ph type="body"/>
          </p:nvPr>
        </p:nvSpPr>
        <p:spPr>
          <a:xfrm>
            <a:off x="722160" y="2906640"/>
            <a:ext cx="7771680" cy="14994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00"/>
              </a:spcBef>
              <a:buNone/>
              <a:tabLst>
                <a:tab algn="l" pos="0"/>
              </a:tabLst>
            </a:pPr>
            <a:r>
              <a:rPr b="0" lang="en-US" sz="20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" name="PlaceHolder 3"/>
          <p:cNvSpPr>
            <a:spLocks noGrp="1"/>
          </p:cNvSpPr>
          <p:nvPr>
            <p:ph type="dt" idx="22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9" name="PlaceHolder 4"/>
          <p:cNvSpPr>
            <a:spLocks noGrp="1"/>
          </p:cNvSpPr>
          <p:nvPr>
            <p:ph type="ftr" idx="23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0" name="PlaceHolder 5"/>
          <p:cNvSpPr>
            <a:spLocks noGrp="1"/>
          </p:cNvSpPr>
          <p:nvPr>
            <p:ph type="sldNum" idx="24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FBD15D2-EA62-4F22-8109-FCFDEF713FCE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wo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PlaceHolder 2"/>
          <p:cNvSpPr>
            <a:spLocks noGrp="1"/>
          </p:cNvSpPr>
          <p:nvPr>
            <p:ph type="body"/>
          </p:nvPr>
        </p:nvSpPr>
        <p:spPr>
          <a:xfrm>
            <a:off x="45720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" name="PlaceHolder 3"/>
          <p:cNvSpPr>
            <a:spLocks noGrp="1"/>
          </p:cNvSpPr>
          <p:nvPr>
            <p:ph type="body"/>
          </p:nvPr>
        </p:nvSpPr>
        <p:spPr>
          <a:xfrm>
            <a:off x="4648320" y="1600200"/>
            <a:ext cx="4037760" cy="45252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561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" name="PlaceHolder 4"/>
          <p:cNvSpPr>
            <a:spLocks noGrp="1"/>
          </p:cNvSpPr>
          <p:nvPr>
            <p:ph type="dt" idx="25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5" name="PlaceHolder 5"/>
          <p:cNvSpPr>
            <a:spLocks noGrp="1"/>
          </p:cNvSpPr>
          <p:nvPr>
            <p:ph type="ftr" idx="26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6"/>
          <p:cNvSpPr>
            <a:spLocks noGrp="1"/>
          </p:cNvSpPr>
          <p:nvPr>
            <p:ph type="sldNum" idx="27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6F739EB-666B-49D9-B820-C26DF845484F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mpariso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" name="PlaceHolder 2"/>
          <p:cNvSpPr>
            <a:spLocks noGrp="1"/>
          </p:cNvSpPr>
          <p:nvPr>
            <p:ph type="body"/>
          </p:nvPr>
        </p:nvSpPr>
        <p:spPr>
          <a:xfrm>
            <a:off x="457200" y="1535040"/>
            <a:ext cx="4039560" cy="63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" name="PlaceHolder 3"/>
          <p:cNvSpPr>
            <a:spLocks noGrp="1"/>
          </p:cNvSpPr>
          <p:nvPr>
            <p:ph type="body"/>
          </p:nvPr>
        </p:nvSpPr>
        <p:spPr>
          <a:xfrm>
            <a:off x="457200" y="2174760"/>
            <a:ext cx="4039560" cy="39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" name="PlaceHolder 4"/>
          <p:cNvSpPr>
            <a:spLocks noGrp="1"/>
          </p:cNvSpPr>
          <p:nvPr>
            <p:ph type="body"/>
          </p:nvPr>
        </p:nvSpPr>
        <p:spPr>
          <a:xfrm>
            <a:off x="4645080" y="1535040"/>
            <a:ext cx="4041000" cy="63900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100000"/>
              </a:lnSpc>
              <a:spcBef>
                <a:spcPts val="479"/>
              </a:spcBef>
              <a:buNone/>
              <a:tabLst>
                <a:tab algn="l" pos="0"/>
              </a:tabLst>
            </a:pPr>
            <a:r>
              <a:rPr b="1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" name="PlaceHolder 5"/>
          <p:cNvSpPr>
            <a:spLocks noGrp="1"/>
          </p:cNvSpPr>
          <p:nvPr>
            <p:ph type="body"/>
          </p:nvPr>
        </p:nvSpPr>
        <p:spPr>
          <a:xfrm>
            <a:off x="4645080" y="2174760"/>
            <a:ext cx="4041000" cy="39506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343080" indent="-343080" defTabSz="914400">
              <a:lnSpc>
                <a:spcPct val="100000"/>
              </a:lnSpc>
              <a:spcBef>
                <a:spcPts val="479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text styles</a:t>
            </a:r>
            <a:endParaRPr b="0" lang="en-US" sz="2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743040" indent="-285840" defTabSz="914400">
              <a:lnSpc>
                <a:spcPct val="100000"/>
              </a:lnSpc>
              <a:spcBef>
                <a:spcPts val="40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level</a:t>
            </a:r>
            <a:endParaRPr b="0" lang="en-US" sz="20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2" marL="1143000" indent="-228600" defTabSz="914400">
              <a:lnSpc>
                <a:spcPct val="100000"/>
              </a:lnSpc>
              <a:spcBef>
                <a:spcPts val="360"/>
              </a:spcBef>
              <a:buClr>
                <a:srgbClr val="000000"/>
              </a:buClr>
              <a:buFont typeface="Arial"/>
              <a:buChar char="•"/>
            </a:pPr>
            <a:r>
              <a: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level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3" marL="16002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–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4" marL="2057400" indent="-228600" defTabSz="914400">
              <a:lnSpc>
                <a:spcPct val="100000"/>
              </a:lnSpc>
              <a:spcBef>
                <a:spcPts val="320"/>
              </a:spcBef>
              <a:buClr>
                <a:srgbClr val="000000"/>
              </a:buClr>
              <a:buFont typeface="Arial"/>
              <a:buChar char="»"/>
            </a:pPr>
            <a:r>
              <a:rPr b="0" lang="en-US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level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" name="PlaceHolder 6"/>
          <p:cNvSpPr>
            <a:spLocks noGrp="1"/>
          </p:cNvSpPr>
          <p:nvPr>
            <p:ph type="dt" idx="28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7"/>
          <p:cNvSpPr>
            <a:spLocks noGrp="1"/>
          </p:cNvSpPr>
          <p:nvPr>
            <p:ph type="ftr" idx="29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4" name="PlaceHolder 8"/>
          <p:cNvSpPr>
            <a:spLocks noGrp="1"/>
          </p:cNvSpPr>
          <p:nvPr>
            <p:ph type="sldNum" idx="30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6485FBE-DB46-47F7-B9AA-A0C5AF89E7B9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457200" y="274680"/>
            <a:ext cx="8228880" cy="114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algn="ctr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4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Master title style</a:t>
            </a:r>
            <a:endParaRPr b="0" lang="en-US" sz="4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dt" idx="31"/>
          </p:nvPr>
        </p:nvSpPr>
        <p:spPr>
          <a:xfrm>
            <a:off x="45720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ftr" idx="32"/>
          </p:nvPr>
        </p:nvSpPr>
        <p:spPr>
          <a:xfrm>
            <a:off x="3124080" y="6356520"/>
            <a:ext cx="289476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lnSpc>
                <a:spcPct val="100000"/>
              </a:lnSpc>
              <a:buNone/>
              <a:tabLst>
                <a:tab algn="l" pos="0"/>
              </a:tabLst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sldNum" idx="33"/>
          </p:nvPr>
        </p:nvSpPr>
        <p:spPr>
          <a:xfrm>
            <a:off x="6553080" y="6356520"/>
            <a:ext cx="2133000" cy="364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A25A8F6-2C38-48E7-9598-4655D954ED60}" type="slidenum">
              <a:rPr b="0" lang="en-US" sz="12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image" Target="../media/image3.png"/><Relationship Id="rId12" Type="http://schemas.openxmlformats.org/officeDocument/2006/relationships/image" Target="../media/image4.svg"/><Relationship Id="rId13" Type="http://schemas.openxmlformats.org/officeDocument/2006/relationships/slideLayout" Target="../slideLayouts/slideLayout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1.png"/><Relationship Id="rId8" Type="http://schemas.openxmlformats.org/officeDocument/2006/relationships/image" Target="../media/image2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3.png"/><Relationship Id="rId12" Type="http://schemas.openxmlformats.org/officeDocument/2006/relationships/image" Target="../media/image4.svg"/><Relationship Id="rId13" Type="http://schemas.openxmlformats.org/officeDocument/2006/relationships/slideLayout" Target="../slideLayouts/slideLayout1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1.png"/><Relationship Id="rId8" Type="http://schemas.openxmlformats.org/officeDocument/2006/relationships/image" Target="../media/image2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3.png"/><Relationship Id="rId12" Type="http://schemas.openxmlformats.org/officeDocument/2006/relationships/image" Target="../media/image4.svg"/><Relationship Id="rId13" Type="http://schemas.openxmlformats.org/officeDocument/2006/relationships/slideLayout" Target="../slideLayouts/slideLayout1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1.png"/><Relationship Id="rId8" Type="http://schemas.openxmlformats.org/officeDocument/2006/relationships/image" Target="../media/image2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3.png"/><Relationship Id="rId12" Type="http://schemas.openxmlformats.org/officeDocument/2006/relationships/image" Target="../media/image4.svg"/><Relationship Id="rId13" Type="http://schemas.openxmlformats.org/officeDocument/2006/relationships/slideLayout" Target="../slideLayouts/slideLayout1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1.png"/><Relationship Id="rId8" Type="http://schemas.openxmlformats.org/officeDocument/2006/relationships/image" Target="../media/image2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3.png"/><Relationship Id="rId12" Type="http://schemas.openxmlformats.org/officeDocument/2006/relationships/image" Target="../media/image4.svg"/><Relationship Id="rId13" Type="http://schemas.openxmlformats.org/officeDocument/2006/relationships/slideLayout" Target="../slideLayouts/slideLayout1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1.png"/><Relationship Id="rId8" Type="http://schemas.openxmlformats.org/officeDocument/2006/relationships/image" Target="../media/image2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3.png"/><Relationship Id="rId12" Type="http://schemas.openxmlformats.org/officeDocument/2006/relationships/image" Target="../media/image4.svg"/><Relationship Id="rId13" Type="http://schemas.openxmlformats.org/officeDocument/2006/relationships/slideLayout" Target="../slideLayouts/slideLayout1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1.png"/><Relationship Id="rId8" Type="http://schemas.openxmlformats.org/officeDocument/2006/relationships/image" Target="../media/image2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3.png"/><Relationship Id="rId12" Type="http://schemas.openxmlformats.org/officeDocument/2006/relationships/image" Target="../media/image4.svg"/><Relationship Id="rId13" Type="http://schemas.openxmlformats.org/officeDocument/2006/relationships/slideLayout" Target="../slideLayouts/slideLayout1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1.png"/><Relationship Id="rId8" Type="http://schemas.openxmlformats.org/officeDocument/2006/relationships/image" Target="../media/image2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3.png"/><Relationship Id="rId12" Type="http://schemas.openxmlformats.org/officeDocument/2006/relationships/image" Target="../media/image4.svg"/><Relationship Id="rId13" Type="http://schemas.openxmlformats.org/officeDocument/2006/relationships/slideLayout" Target="../slideLayouts/slideLayout1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1.png"/><Relationship Id="rId8" Type="http://schemas.openxmlformats.org/officeDocument/2006/relationships/image" Target="../media/image2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3.png"/><Relationship Id="rId12" Type="http://schemas.openxmlformats.org/officeDocument/2006/relationships/image" Target="../media/image4.svg"/><Relationship Id="rId13" Type="http://schemas.openxmlformats.org/officeDocument/2006/relationships/slideLayout" Target="../slideLayouts/slideLayout1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1.png"/><Relationship Id="rId8" Type="http://schemas.openxmlformats.org/officeDocument/2006/relationships/image" Target="../media/image2.svg"/><Relationship Id="rId9" Type="http://schemas.openxmlformats.org/officeDocument/2006/relationships/image" Target="../media/image1.png"/><Relationship Id="rId10" Type="http://schemas.openxmlformats.org/officeDocument/2006/relationships/image" Target="../media/image2.svg"/><Relationship Id="rId11" Type="http://schemas.openxmlformats.org/officeDocument/2006/relationships/image" Target="../media/image3.png"/><Relationship Id="rId12" Type="http://schemas.openxmlformats.org/officeDocument/2006/relationships/image" Target="../media/image4.svg"/><Relationship Id="rId13" Type="http://schemas.openxmlformats.org/officeDocument/2006/relationships/slideLayout" Target="../slideLayouts/slideLayout1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svg"/><Relationship Id="rId3" Type="http://schemas.openxmlformats.org/officeDocument/2006/relationships/image" Target="../media/image1.png"/><Relationship Id="rId4" Type="http://schemas.openxmlformats.org/officeDocument/2006/relationships/image" Target="../media/image2.svg"/><Relationship Id="rId5" Type="http://schemas.openxmlformats.org/officeDocument/2006/relationships/image" Target="../media/image3.png"/><Relationship Id="rId6" Type="http://schemas.openxmlformats.org/officeDocument/2006/relationships/image" Target="../media/image4.svg"/><Relationship Id="rId7" Type="http://schemas.openxmlformats.org/officeDocument/2006/relationships/image" Target="../media/image3.png"/><Relationship Id="rId8" Type="http://schemas.openxmlformats.org/officeDocument/2006/relationships/image" Target="../media/image4.svg"/><Relationship Id="rId9" Type="http://schemas.openxmlformats.org/officeDocument/2006/relationships/image" Target="../media/image3.png"/><Relationship Id="rId10" Type="http://schemas.openxmlformats.org/officeDocument/2006/relationships/image" Target="../media/image4.svg"/><Relationship Id="rId11" Type="http://schemas.openxmlformats.org/officeDocument/2006/relationships/image" Target="../media/image3.png"/><Relationship Id="rId12" Type="http://schemas.openxmlformats.org/officeDocument/2006/relationships/image" Target="../media/image4.svg"/><Relationship Id="rId13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Freeform 2"/>
          <p:cNvSpPr/>
          <p:nvPr/>
        </p:nvSpPr>
        <p:spPr>
          <a:xfrm rot="16200000">
            <a:off x="-3648960" y="77886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2"/>
                </a:lnTo>
                <a:lnTo>
                  <a:pt x="0" y="202590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" name="Freeform 3"/>
          <p:cNvSpPr/>
          <p:nvPr/>
        </p:nvSpPr>
        <p:spPr>
          <a:xfrm rot="16200000">
            <a:off x="14622480" y="473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2"/>
                </a:lnTo>
                <a:lnTo>
                  <a:pt x="0" y="202590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" name="Freeform 4"/>
          <p:cNvSpPr/>
          <p:nvPr/>
        </p:nvSpPr>
        <p:spPr>
          <a:xfrm flipH="1">
            <a:off x="-1590840" y="9258480"/>
            <a:ext cx="7314480" cy="3194640"/>
          </a:xfrm>
          <a:custGeom>
            <a:avLst/>
            <a:gdLst>
              <a:gd name="textAreaLeft" fmla="*/ -360 w 7314480"/>
              <a:gd name="textAreaRight" fmla="*/ 7314840 w 7314480"/>
              <a:gd name="textAreaTop" fmla="*/ 0 h 3194640"/>
              <a:gd name="textAreaBottom" fmla="*/ 319536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Freeform 5"/>
          <p:cNvSpPr/>
          <p:nvPr/>
        </p:nvSpPr>
        <p:spPr>
          <a:xfrm flipV="1">
            <a:off x="12562920" y="-2167560"/>
            <a:ext cx="7314480" cy="3194640"/>
          </a:xfrm>
          <a:custGeom>
            <a:avLst/>
            <a:gdLst>
              <a:gd name="textAreaLeft" fmla="*/ 0 w 7314480"/>
              <a:gd name="textAreaRight" fmla="*/ 7315200 w 7314480"/>
              <a:gd name="textAreaTop" fmla="*/ 360 h 3194640"/>
              <a:gd name="textAreaBottom" fmla="*/ 319572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Freeform 6"/>
          <p:cNvSpPr/>
          <p:nvPr/>
        </p:nvSpPr>
        <p:spPr>
          <a:xfrm flipV="1">
            <a:off x="-1589400" y="-2167560"/>
            <a:ext cx="7314480" cy="3194640"/>
          </a:xfrm>
          <a:custGeom>
            <a:avLst/>
            <a:gdLst>
              <a:gd name="textAreaLeft" fmla="*/ 0 w 7314480"/>
              <a:gd name="textAreaRight" fmla="*/ 7315200 w 7314480"/>
              <a:gd name="textAreaTop" fmla="*/ 360 h 3194640"/>
              <a:gd name="textAreaBottom" fmla="*/ 319572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Freeform 7"/>
          <p:cNvSpPr/>
          <p:nvPr/>
        </p:nvSpPr>
        <p:spPr>
          <a:xfrm flipH="1">
            <a:off x="12562200" y="9263160"/>
            <a:ext cx="7314480" cy="3194640"/>
          </a:xfrm>
          <a:custGeom>
            <a:avLst/>
            <a:gdLst>
              <a:gd name="textAreaLeft" fmla="*/ -360 w 7314480"/>
              <a:gd name="textAreaRight" fmla="*/ 7314840 w 7314480"/>
              <a:gd name="textAreaTop" fmla="*/ 0 h 3194640"/>
              <a:gd name="textAreaBottom" fmla="*/ 319536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" name="TextBox 8"/>
          <p:cNvSpPr/>
          <p:nvPr/>
        </p:nvSpPr>
        <p:spPr>
          <a:xfrm>
            <a:off x="2596680" y="3624480"/>
            <a:ext cx="13093920" cy="138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1341"/>
              </a:lnSpc>
              <a:tabLst>
                <a:tab algn="l" pos="0"/>
              </a:tabLst>
            </a:pPr>
            <a:r>
              <a:rPr b="1" lang="en-US" sz="810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Chizel – Source Control</a:t>
            </a:r>
            <a:endParaRPr b="0" lang="en-US" sz="8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6" name="TextBox 9"/>
          <p:cNvSpPr/>
          <p:nvPr/>
        </p:nvSpPr>
        <p:spPr>
          <a:xfrm>
            <a:off x="4409640" y="5394240"/>
            <a:ext cx="9467640" cy="687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5644"/>
              </a:lnSpc>
              <a:tabLst>
                <a:tab algn="l" pos="0"/>
              </a:tabLst>
            </a:pPr>
            <a:r>
              <a:rPr b="1" lang="en-US" sz="403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Final Year Project - Presented By:</a:t>
            </a:r>
            <a:endParaRPr b="0" lang="en-US" sz="40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7" name="TextBox 10"/>
          <p:cNvSpPr/>
          <p:nvPr/>
        </p:nvSpPr>
        <p:spPr>
          <a:xfrm>
            <a:off x="7251840" y="6341040"/>
            <a:ext cx="3783240" cy="1928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3886"/>
              </a:lnSpc>
            </a:pPr>
            <a:r>
              <a:rPr b="1" lang="en-US" sz="278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Bilal Hammoud</a:t>
            </a:r>
            <a:endParaRPr b="0" lang="en-US" sz="278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3886"/>
              </a:lnSpc>
            </a:pPr>
            <a:r>
              <a:rPr b="1" lang="en-US" sz="278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Omar Hammoud</a:t>
            </a:r>
            <a:endParaRPr b="0" lang="en-US" sz="278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3886"/>
              </a:lnSpc>
            </a:pPr>
            <a:r>
              <a:rPr b="1" lang="en-US" sz="278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Charbel Fares</a:t>
            </a:r>
            <a:endParaRPr b="0" lang="en-US" sz="278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3886"/>
              </a:lnSpc>
              <a:tabLst>
                <a:tab algn="l" pos="0"/>
              </a:tabLst>
            </a:pPr>
            <a:r>
              <a:rPr b="1" lang="en-US" sz="278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Patrick Farah</a:t>
            </a:r>
            <a:endParaRPr b="0" lang="en-US" sz="278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Freeform 2"/>
          <p:cNvSpPr/>
          <p:nvPr/>
        </p:nvSpPr>
        <p:spPr>
          <a:xfrm rot="16200000">
            <a:off x="-36489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Freeform 3"/>
          <p:cNvSpPr/>
          <p:nvPr/>
        </p:nvSpPr>
        <p:spPr>
          <a:xfrm rot="16200000">
            <a:off x="-365688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" name="Freeform 4"/>
          <p:cNvSpPr/>
          <p:nvPr/>
        </p:nvSpPr>
        <p:spPr>
          <a:xfrm flipH="1">
            <a:off x="-1590840" y="9258480"/>
            <a:ext cx="7314480" cy="3194640"/>
          </a:xfrm>
          <a:custGeom>
            <a:avLst/>
            <a:gdLst>
              <a:gd name="textAreaLeft" fmla="*/ -360 w 7314480"/>
              <a:gd name="textAreaRight" fmla="*/ 7314840 w 7314480"/>
              <a:gd name="textAreaTop" fmla="*/ 0 h 3194640"/>
              <a:gd name="textAreaBottom" fmla="*/ 319536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" name="Freeform 5"/>
          <p:cNvSpPr/>
          <p:nvPr/>
        </p:nvSpPr>
        <p:spPr>
          <a:xfrm rot="16200000">
            <a:off x="146343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Freeform 6"/>
          <p:cNvSpPr/>
          <p:nvPr/>
        </p:nvSpPr>
        <p:spPr>
          <a:xfrm rot="16200000">
            <a:off x="1462644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Freeform 7"/>
          <p:cNvSpPr/>
          <p:nvPr/>
        </p:nvSpPr>
        <p:spPr>
          <a:xfrm flipV="1">
            <a:off x="12562920" y="-2167560"/>
            <a:ext cx="7314480" cy="3194640"/>
          </a:xfrm>
          <a:custGeom>
            <a:avLst/>
            <a:gdLst>
              <a:gd name="textAreaLeft" fmla="*/ 0 w 7314480"/>
              <a:gd name="textAreaRight" fmla="*/ 7315200 w 7314480"/>
              <a:gd name="textAreaTop" fmla="*/ 360 h 3194640"/>
              <a:gd name="textAreaBottom" fmla="*/ 319572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TextBox 8"/>
          <p:cNvSpPr/>
          <p:nvPr/>
        </p:nvSpPr>
        <p:spPr>
          <a:xfrm>
            <a:off x="1558800" y="3474000"/>
            <a:ext cx="15169680" cy="489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518"/>
              </a:lnSpc>
              <a:tabLst>
                <a:tab algn="l" pos="0"/>
              </a:tabLst>
            </a:pPr>
            <a:r>
              <a:rPr b="1" lang="en-US" sz="251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Chizel is a lightweight, open-source alternative to GitHub, built to provide essential version control and collaboration features without AI integration or corporate complexity.</a:t>
            </a:r>
            <a:endParaRPr b="0" lang="en-US" sz="251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518"/>
              </a:lnSpc>
              <a:tabLst>
                <a:tab algn="l" pos="0"/>
              </a:tabLst>
            </a:pPr>
            <a:endParaRPr b="0" lang="en-US" sz="251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518"/>
              </a:lnSpc>
              <a:tabLst>
                <a:tab algn="l" pos="0"/>
              </a:tabLst>
            </a:pPr>
            <a:r>
              <a:rPr b="1" lang="en-US" sz="251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Objective: Create a transparent, efficient, and developer-focused platform using C for performance and React for usability.</a:t>
            </a:r>
            <a:endParaRPr b="0" lang="en-US" sz="251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518"/>
              </a:lnSpc>
              <a:tabLst>
                <a:tab algn="l" pos="0"/>
              </a:tabLst>
            </a:pPr>
            <a:endParaRPr b="0" lang="en-US" sz="251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518"/>
              </a:lnSpc>
              <a:tabLst>
                <a:tab algn="l" pos="0"/>
              </a:tabLst>
            </a:pPr>
            <a:r>
              <a:rPr b="1" lang="en-US" sz="251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Key Features:</a:t>
            </a:r>
            <a:endParaRPr b="0" lang="en-US" sz="251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518"/>
              </a:lnSpc>
              <a:tabLst>
                <a:tab algn="l" pos="0"/>
              </a:tabLst>
            </a:pPr>
            <a:r>
              <a:rPr b="1" lang="en-US" sz="251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• Repository creation and management</a:t>
            </a:r>
            <a:endParaRPr b="0" lang="en-US" sz="251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518"/>
              </a:lnSpc>
              <a:tabLst>
                <a:tab algn="l" pos="0"/>
              </a:tabLst>
            </a:pPr>
            <a:r>
              <a:rPr b="1" lang="en-US" sz="251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• Branching and version control</a:t>
            </a:r>
            <a:endParaRPr b="0" lang="en-US" sz="251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518"/>
              </a:lnSpc>
              <a:tabLst>
                <a:tab algn="l" pos="0"/>
              </a:tabLst>
            </a:pPr>
            <a:r>
              <a:rPr b="1" lang="en-US" sz="251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• Collaboration tools</a:t>
            </a:r>
            <a:endParaRPr b="0" lang="en-US" sz="251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3518"/>
              </a:lnSpc>
              <a:tabLst>
                <a:tab algn="l" pos="0"/>
              </a:tabLst>
            </a:pPr>
            <a:r>
              <a:rPr b="1" lang="en-US" sz="251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• Simple, fast, and privacy-focused design</a:t>
            </a:r>
            <a:endParaRPr b="0" lang="en-US" sz="251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75" name="TextBox 9"/>
          <p:cNvSpPr/>
          <p:nvPr/>
        </p:nvSpPr>
        <p:spPr>
          <a:xfrm>
            <a:off x="4343400" y="2322360"/>
            <a:ext cx="10515240" cy="843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6644"/>
              </a:lnSpc>
              <a:tabLst>
                <a:tab algn="l" pos="0"/>
              </a:tabLst>
            </a:pPr>
            <a:r>
              <a:rPr b="1" lang="en-US" sz="475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PROJECT IDEA &amp; INTRODUCTION</a:t>
            </a:r>
            <a:endParaRPr b="0" lang="en-US" sz="47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Freeform 2"/>
          <p:cNvSpPr/>
          <p:nvPr/>
        </p:nvSpPr>
        <p:spPr>
          <a:xfrm rot="16200000">
            <a:off x="-36489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Freeform 3"/>
          <p:cNvSpPr/>
          <p:nvPr/>
        </p:nvSpPr>
        <p:spPr>
          <a:xfrm rot="16200000">
            <a:off x="-365688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Freeform 4"/>
          <p:cNvSpPr/>
          <p:nvPr/>
        </p:nvSpPr>
        <p:spPr>
          <a:xfrm flipH="1">
            <a:off x="-1590840" y="9258480"/>
            <a:ext cx="7314480" cy="3194640"/>
          </a:xfrm>
          <a:custGeom>
            <a:avLst/>
            <a:gdLst>
              <a:gd name="textAreaLeft" fmla="*/ -360 w 7314480"/>
              <a:gd name="textAreaRight" fmla="*/ 7314840 w 7314480"/>
              <a:gd name="textAreaTop" fmla="*/ 0 h 3194640"/>
              <a:gd name="textAreaBottom" fmla="*/ 319536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Freeform 5"/>
          <p:cNvSpPr/>
          <p:nvPr/>
        </p:nvSpPr>
        <p:spPr>
          <a:xfrm rot="16200000">
            <a:off x="146343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Freeform 6"/>
          <p:cNvSpPr/>
          <p:nvPr/>
        </p:nvSpPr>
        <p:spPr>
          <a:xfrm rot="16200000">
            <a:off x="1462644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1" name="Freeform 7"/>
          <p:cNvSpPr/>
          <p:nvPr/>
        </p:nvSpPr>
        <p:spPr>
          <a:xfrm flipV="1">
            <a:off x="12562920" y="-2167560"/>
            <a:ext cx="7314480" cy="3194640"/>
          </a:xfrm>
          <a:custGeom>
            <a:avLst/>
            <a:gdLst>
              <a:gd name="textAreaLeft" fmla="*/ 0 w 7314480"/>
              <a:gd name="textAreaRight" fmla="*/ 7315200 w 7314480"/>
              <a:gd name="textAreaTop" fmla="*/ 360 h 3194640"/>
              <a:gd name="textAreaBottom" fmla="*/ 319572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2" name="TextBox 8"/>
          <p:cNvSpPr/>
          <p:nvPr/>
        </p:nvSpPr>
        <p:spPr>
          <a:xfrm>
            <a:off x="15664680" y="8541720"/>
            <a:ext cx="1931760" cy="266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0743"/>
              </a:lnSpc>
            </a:pPr>
            <a:r>
              <a:rPr b="1" lang="en-US" sz="7680" strike="noStrike" u="none">
                <a:solidFill>
                  <a:srgbClr val="26272b"/>
                </a:solidFill>
                <a:effectLst/>
                <a:uFillTx/>
                <a:latin typeface="Clear Sans Bold"/>
                <a:ea typeface="Clear Sans Bold"/>
              </a:rPr>
              <a:t>3</a:t>
            </a:r>
            <a:endParaRPr b="0" lang="en-US" sz="768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ts val="10743"/>
              </a:lnSpc>
              <a:tabLst>
                <a:tab algn="l" pos="0"/>
              </a:tabLst>
            </a:pPr>
            <a:endParaRPr b="0" lang="en-US" sz="768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83" name="Group 9"/>
          <p:cNvGrpSpPr/>
          <p:nvPr/>
        </p:nvGrpSpPr>
        <p:grpSpPr>
          <a:xfrm>
            <a:off x="3325320" y="3819600"/>
            <a:ext cx="496440" cy="496440"/>
            <a:chOff x="3325320" y="3819600"/>
            <a:chExt cx="496440" cy="496440"/>
          </a:xfrm>
        </p:grpSpPr>
        <p:sp>
          <p:nvSpPr>
            <p:cNvPr id="84" name="Freeform 10"/>
            <p:cNvSpPr/>
            <p:nvPr/>
          </p:nvSpPr>
          <p:spPr>
            <a:xfrm>
              <a:off x="3325320" y="3819600"/>
              <a:ext cx="496440" cy="496440"/>
            </a:xfrm>
            <a:custGeom>
              <a:avLst/>
              <a:gdLst>
                <a:gd name="textAreaLeft" fmla="*/ 0 w 496440"/>
                <a:gd name="textAreaRight" fmla="*/ 497160 w 496440"/>
                <a:gd name="textAreaTop" fmla="*/ 0 h 496440"/>
                <a:gd name="textAreaBottom" fmla="*/ 497160 h 49644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85" name="TextBox 11"/>
            <p:cNvSpPr/>
            <p:nvPr/>
          </p:nvSpPr>
          <p:spPr>
            <a:xfrm>
              <a:off x="3371760" y="3843000"/>
              <a:ext cx="40320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659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86" name="TextBox 12"/>
          <p:cNvSpPr/>
          <p:nvPr/>
        </p:nvSpPr>
        <p:spPr>
          <a:xfrm>
            <a:off x="4206240" y="3753000"/>
            <a:ext cx="10755720" cy="158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46"/>
              </a:lnSpc>
              <a:tabLst>
                <a:tab algn="l" pos="0"/>
              </a:tabLst>
            </a:pPr>
            <a:r>
              <a:rPr b="1" lang="en-US" sz="304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Modern platforms like GitHub have become bloated with AI-driven features and corporate control, reducing simplicity and transparency for developers.</a:t>
            </a:r>
            <a:endParaRPr b="0" lang="en-US" sz="304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7" name="TextBox 13"/>
          <p:cNvSpPr/>
          <p:nvPr/>
        </p:nvSpPr>
        <p:spPr>
          <a:xfrm>
            <a:off x="4554720" y="1891080"/>
            <a:ext cx="10303920" cy="1103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8694"/>
              </a:lnSpc>
              <a:tabLst>
                <a:tab algn="l" pos="0"/>
              </a:tabLst>
            </a:pPr>
            <a:r>
              <a:rPr b="1" lang="en-US" sz="621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PROBLEM &amp; MOTIVATION</a:t>
            </a:r>
            <a:endParaRPr b="0" lang="en-US" sz="621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88" name="Group 14"/>
          <p:cNvGrpSpPr/>
          <p:nvPr/>
        </p:nvGrpSpPr>
        <p:grpSpPr>
          <a:xfrm>
            <a:off x="3325320" y="6225120"/>
            <a:ext cx="496440" cy="496440"/>
            <a:chOff x="3325320" y="6225120"/>
            <a:chExt cx="496440" cy="496440"/>
          </a:xfrm>
        </p:grpSpPr>
        <p:sp>
          <p:nvSpPr>
            <p:cNvPr id="89" name="Freeform 15"/>
            <p:cNvSpPr/>
            <p:nvPr/>
          </p:nvSpPr>
          <p:spPr>
            <a:xfrm>
              <a:off x="3325320" y="6225120"/>
              <a:ext cx="496440" cy="496440"/>
            </a:xfrm>
            <a:custGeom>
              <a:avLst/>
              <a:gdLst>
                <a:gd name="textAreaLeft" fmla="*/ 0 w 496440"/>
                <a:gd name="textAreaRight" fmla="*/ 497160 w 496440"/>
                <a:gd name="textAreaTop" fmla="*/ 0 h 496440"/>
                <a:gd name="textAreaBottom" fmla="*/ 497160 h 49644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90" name="TextBox 16"/>
            <p:cNvSpPr/>
            <p:nvPr/>
          </p:nvSpPr>
          <p:spPr>
            <a:xfrm>
              <a:off x="3371760" y="6248520"/>
              <a:ext cx="40320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659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91" name="TextBox 17"/>
          <p:cNvSpPr/>
          <p:nvPr/>
        </p:nvSpPr>
        <p:spPr>
          <a:xfrm>
            <a:off x="4206240" y="6158520"/>
            <a:ext cx="10755720" cy="1569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46"/>
              </a:lnSpc>
              <a:tabLst>
                <a:tab algn="l" pos="0"/>
              </a:tabLst>
            </a:pPr>
            <a:r>
              <a:rPr b="1" lang="en-US" sz="304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Developers need a clean, independent, and efficient environment for collaboration and version control; One that prioritizes speed, privacy, and transparency.</a:t>
            </a:r>
            <a:endParaRPr b="0" lang="en-US" sz="304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Freeform 2"/>
          <p:cNvSpPr/>
          <p:nvPr/>
        </p:nvSpPr>
        <p:spPr>
          <a:xfrm rot="16200000">
            <a:off x="-36489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Freeform 3"/>
          <p:cNvSpPr/>
          <p:nvPr/>
        </p:nvSpPr>
        <p:spPr>
          <a:xfrm rot="16200000">
            <a:off x="-365688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Freeform 4"/>
          <p:cNvSpPr/>
          <p:nvPr/>
        </p:nvSpPr>
        <p:spPr>
          <a:xfrm flipH="1">
            <a:off x="-1590840" y="9258480"/>
            <a:ext cx="7314480" cy="3194640"/>
          </a:xfrm>
          <a:custGeom>
            <a:avLst/>
            <a:gdLst>
              <a:gd name="textAreaLeft" fmla="*/ -360 w 7314480"/>
              <a:gd name="textAreaRight" fmla="*/ 7314840 w 7314480"/>
              <a:gd name="textAreaTop" fmla="*/ 0 h 3194640"/>
              <a:gd name="textAreaBottom" fmla="*/ 319536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5" name="Freeform 5"/>
          <p:cNvSpPr/>
          <p:nvPr/>
        </p:nvSpPr>
        <p:spPr>
          <a:xfrm rot="16200000">
            <a:off x="146343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6" name="Freeform 6"/>
          <p:cNvSpPr/>
          <p:nvPr/>
        </p:nvSpPr>
        <p:spPr>
          <a:xfrm rot="16200000">
            <a:off x="1462644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Freeform 7"/>
          <p:cNvSpPr/>
          <p:nvPr/>
        </p:nvSpPr>
        <p:spPr>
          <a:xfrm flipV="1">
            <a:off x="12562920" y="-2167560"/>
            <a:ext cx="7314480" cy="3194640"/>
          </a:xfrm>
          <a:custGeom>
            <a:avLst/>
            <a:gdLst>
              <a:gd name="textAreaLeft" fmla="*/ 0 w 7314480"/>
              <a:gd name="textAreaRight" fmla="*/ 7315200 w 7314480"/>
              <a:gd name="textAreaTop" fmla="*/ 360 h 3194640"/>
              <a:gd name="textAreaBottom" fmla="*/ 319572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Box 8"/>
          <p:cNvSpPr/>
          <p:nvPr/>
        </p:nvSpPr>
        <p:spPr>
          <a:xfrm>
            <a:off x="15481800" y="8728200"/>
            <a:ext cx="1477080" cy="859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7183"/>
              </a:lnSpc>
              <a:tabLst>
                <a:tab algn="l" pos="0"/>
              </a:tabLst>
            </a:pPr>
            <a:r>
              <a:rPr b="1" lang="en-US" sz="5130" strike="noStrike" u="none">
                <a:solidFill>
                  <a:srgbClr val="26272b"/>
                </a:solidFill>
                <a:effectLst/>
                <a:uFillTx/>
                <a:latin typeface="Clear Sans Bold"/>
                <a:ea typeface="Clear Sans Bold"/>
              </a:rPr>
              <a:t>04</a:t>
            </a:r>
            <a:endParaRPr b="0" lang="en-US" sz="51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99" name="TextBox 9"/>
          <p:cNvSpPr/>
          <p:nvPr/>
        </p:nvSpPr>
        <p:spPr>
          <a:xfrm>
            <a:off x="4554720" y="2243880"/>
            <a:ext cx="9618120" cy="1095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8631"/>
              </a:lnSpc>
              <a:tabLst>
                <a:tab algn="l" pos="0"/>
              </a:tabLst>
            </a:pPr>
            <a:r>
              <a:rPr b="1" lang="en-US" sz="617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REQUIREMENTS &amp; SCOPE</a:t>
            </a:r>
            <a:endParaRPr b="0" lang="en-US" sz="61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0" name="TextBox 10"/>
          <p:cNvSpPr/>
          <p:nvPr/>
        </p:nvSpPr>
        <p:spPr>
          <a:xfrm>
            <a:off x="1848960" y="5272200"/>
            <a:ext cx="6908400" cy="2461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610200" indent="-304920" defTabSz="914400">
              <a:lnSpc>
                <a:spcPts val="3954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83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Clean UI for repository management</a:t>
            </a:r>
            <a:endParaRPr b="0" lang="en-US" sz="28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10200" indent="-304920" defTabSz="914400">
              <a:lnSpc>
                <a:spcPts val="3954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83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Core Git features (commit, branch, pull, push)</a:t>
            </a:r>
            <a:endParaRPr b="0" lang="en-US" sz="28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10200" indent="-304920" defTabSz="914400">
              <a:lnSpc>
                <a:spcPts val="3954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83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Collaboration between users</a:t>
            </a:r>
            <a:endParaRPr b="0" lang="en-US" sz="28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10200" indent="-304920" defTabSz="914400">
              <a:lnSpc>
                <a:spcPts val="3954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83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High performance and security</a:t>
            </a:r>
            <a:endParaRPr b="0" lang="en-US" sz="28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TextBox 11"/>
          <p:cNvSpPr/>
          <p:nvPr/>
        </p:nvSpPr>
        <p:spPr>
          <a:xfrm>
            <a:off x="2112480" y="3961800"/>
            <a:ext cx="5202360" cy="89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070"/>
              </a:lnSpc>
              <a:tabLst>
                <a:tab algn="l" pos="0"/>
              </a:tabLst>
            </a:pPr>
            <a:r>
              <a:rPr b="1" lang="en-US" sz="505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REQUIREMENTS</a:t>
            </a:r>
            <a:endParaRPr b="0" lang="en-US" sz="5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TextBox 12"/>
          <p:cNvSpPr/>
          <p:nvPr/>
        </p:nvSpPr>
        <p:spPr>
          <a:xfrm>
            <a:off x="2581560" y="3961800"/>
            <a:ext cx="1048320" cy="86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707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TextBox 13"/>
          <p:cNvSpPr/>
          <p:nvPr/>
        </p:nvSpPr>
        <p:spPr>
          <a:xfrm>
            <a:off x="9562680" y="4863600"/>
            <a:ext cx="7428960" cy="1493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610200" indent="-304920" defTabSz="914400">
              <a:lnSpc>
                <a:spcPts val="3954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83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Web-based platform for essential Git functionalities</a:t>
            </a:r>
            <a:endParaRPr b="0" lang="en-US" sz="28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10200" indent="-304920" defTabSz="914400">
              <a:lnSpc>
                <a:spcPts val="3954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83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No AI tools integration</a:t>
            </a:r>
            <a:endParaRPr b="0" lang="en-US" sz="28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4" name="TextBox 14"/>
          <p:cNvSpPr/>
          <p:nvPr/>
        </p:nvSpPr>
        <p:spPr>
          <a:xfrm>
            <a:off x="10032480" y="3940200"/>
            <a:ext cx="4884120" cy="86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070"/>
              </a:lnSpc>
              <a:tabLst>
                <a:tab algn="l" pos="0"/>
              </a:tabLst>
            </a:pPr>
            <a:r>
              <a:rPr b="1" lang="en-US" sz="505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SCOPE</a:t>
            </a:r>
            <a:endParaRPr b="0" lang="en-US" sz="5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Box 15"/>
          <p:cNvSpPr/>
          <p:nvPr/>
        </p:nvSpPr>
        <p:spPr>
          <a:xfrm>
            <a:off x="9529920" y="3961800"/>
            <a:ext cx="1048320" cy="861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707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6" name="TextBox 14"/>
          <p:cNvSpPr/>
          <p:nvPr/>
        </p:nvSpPr>
        <p:spPr>
          <a:xfrm>
            <a:off x="10032480" y="6517440"/>
            <a:ext cx="4884120" cy="84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7070"/>
              </a:lnSpc>
              <a:tabLst>
                <a:tab algn="l" pos="0"/>
              </a:tabLst>
            </a:pPr>
            <a:r>
              <a:rPr b="1" lang="en-US" sz="505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LIMITS</a:t>
            </a:r>
            <a:endParaRPr b="0" lang="en-US" sz="50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Box 13"/>
          <p:cNvSpPr/>
          <p:nvPr/>
        </p:nvSpPr>
        <p:spPr>
          <a:xfrm>
            <a:off x="9489960" y="7510320"/>
            <a:ext cx="7428960" cy="980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610200" indent="-304920" defTabSz="914400">
              <a:lnSpc>
                <a:spcPts val="3954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83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Limited time and resources</a:t>
            </a:r>
            <a:endParaRPr b="0" lang="en-US" sz="28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610200" indent="-304920" defTabSz="914400">
              <a:lnSpc>
                <a:spcPts val="3954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83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Advanced features excluded</a:t>
            </a:r>
            <a:endParaRPr b="0" lang="en-US" sz="28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Freeform 2"/>
          <p:cNvSpPr/>
          <p:nvPr/>
        </p:nvSpPr>
        <p:spPr>
          <a:xfrm rot="16200000">
            <a:off x="-36489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Freeform 3"/>
          <p:cNvSpPr/>
          <p:nvPr/>
        </p:nvSpPr>
        <p:spPr>
          <a:xfrm rot="16200000">
            <a:off x="-365688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Freeform 4"/>
          <p:cNvSpPr/>
          <p:nvPr/>
        </p:nvSpPr>
        <p:spPr>
          <a:xfrm flipH="1">
            <a:off x="-1590840" y="9258480"/>
            <a:ext cx="7314480" cy="3194640"/>
          </a:xfrm>
          <a:custGeom>
            <a:avLst/>
            <a:gdLst>
              <a:gd name="textAreaLeft" fmla="*/ -360 w 7314480"/>
              <a:gd name="textAreaRight" fmla="*/ 7314840 w 7314480"/>
              <a:gd name="textAreaTop" fmla="*/ 0 h 3194640"/>
              <a:gd name="textAreaBottom" fmla="*/ 319536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Freeform 5"/>
          <p:cNvSpPr/>
          <p:nvPr/>
        </p:nvSpPr>
        <p:spPr>
          <a:xfrm rot="16200000">
            <a:off x="146343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Freeform 6"/>
          <p:cNvSpPr/>
          <p:nvPr/>
        </p:nvSpPr>
        <p:spPr>
          <a:xfrm rot="16200000">
            <a:off x="1462644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Freeform 7"/>
          <p:cNvSpPr/>
          <p:nvPr/>
        </p:nvSpPr>
        <p:spPr>
          <a:xfrm flipV="1">
            <a:off x="12562920" y="-2167560"/>
            <a:ext cx="7314480" cy="3194640"/>
          </a:xfrm>
          <a:custGeom>
            <a:avLst/>
            <a:gdLst>
              <a:gd name="textAreaLeft" fmla="*/ 0 w 7314480"/>
              <a:gd name="textAreaRight" fmla="*/ 7315200 w 7314480"/>
              <a:gd name="textAreaTop" fmla="*/ 360 h 3194640"/>
              <a:gd name="textAreaBottom" fmla="*/ 319572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TextBox 8"/>
          <p:cNvSpPr/>
          <p:nvPr/>
        </p:nvSpPr>
        <p:spPr>
          <a:xfrm>
            <a:off x="15481800" y="8709120"/>
            <a:ext cx="1477080" cy="99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8215"/>
              </a:lnSpc>
              <a:tabLst>
                <a:tab algn="l" pos="0"/>
              </a:tabLst>
            </a:pPr>
            <a:r>
              <a:rPr b="1" lang="en-US" sz="5870" strike="noStrike" u="none">
                <a:solidFill>
                  <a:srgbClr val="26272b"/>
                </a:solidFill>
                <a:effectLst/>
                <a:uFillTx/>
                <a:latin typeface="Clear Sans Bold"/>
                <a:ea typeface="Clear Sans Bold"/>
              </a:rPr>
              <a:t>05</a:t>
            </a:r>
            <a:endParaRPr b="0" lang="en-US" sz="58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Box 9"/>
          <p:cNvSpPr/>
          <p:nvPr/>
        </p:nvSpPr>
        <p:spPr>
          <a:xfrm>
            <a:off x="4554720" y="2215080"/>
            <a:ext cx="9177840" cy="143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1863"/>
              </a:lnSpc>
              <a:tabLst>
                <a:tab algn="l" pos="0"/>
              </a:tabLst>
            </a:pPr>
            <a:r>
              <a:rPr b="1" lang="en-US" sz="848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ANALYSIS</a:t>
            </a:r>
            <a:endParaRPr b="0" lang="en-US" sz="848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Box 10"/>
          <p:cNvSpPr/>
          <p:nvPr/>
        </p:nvSpPr>
        <p:spPr>
          <a:xfrm>
            <a:off x="1755360" y="3942720"/>
            <a:ext cx="14776560" cy="4332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8683"/>
              </a:lnSpc>
            </a:pPr>
            <a:r>
              <a:rPr b="1" lang="en-US" sz="620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USE CASE DIAGRAMS</a:t>
            </a:r>
            <a:endParaRPr b="0" lang="en-US" sz="6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683"/>
              </a:lnSpc>
            </a:pPr>
            <a:r>
              <a:rPr b="1" lang="en-US" sz="620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CLASS DIAGRAMS</a:t>
            </a:r>
            <a:endParaRPr b="0" lang="en-US" sz="6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683"/>
              </a:lnSpc>
            </a:pPr>
            <a:r>
              <a:rPr b="1" lang="en-US" sz="620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ACTIVITY DIAGRAMS</a:t>
            </a:r>
            <a:endParaRPr b="0" lang="en-US" sz="6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defTabSz="914400">
              <a:lnSpc>
                <a:spcPts val="8683"/>
              </a:lnSpc>
              <a:tabLst>
                <a:tab algn="l" pos="0"/>
              </a:tabLst>
            </a:pPr>
            <a:r>
              <a:rPr b="1" lang="en-US" sz="620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&amp; MORE</a:t>
            </a:r>
            <a:endParaRPr b="0" lang="en-US" sz="62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Box 11"/>
          <p:cNvSpPr/>
          <p:nvPr/>
        </p:nvSpPr>
        <p:spPr>
          <a:xfrm>
            <a:off x="1799280" y="3952440"/>
            <a:ext cx="1048320" cy="97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8087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8" name="TextBox 12"/>
          <p:cNvSpPr/>
          <p:nvPr/>
        </p:nvSpPr>
        <p:spPr>
          <a:xfrm>
            <a:off x="8747280" y="3952440"/>
            <a:ext cx="1048320" cy="97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8087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Freeform 2"/>
          <p:cNvSpPr/>
          <p:nvPr/>
        </p:nvSpPr>
        <p:spPr>
          <a:xfrm rot="16200000">
            <a:off x="-36489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Freeform 3"/>
          <p:cNvSpPr/>
          <p:nvPr/>
        </p:nvSpPr>
        <p:spPr>
          <a:xfrm rot="16200000">
            <a:off x="-365688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Freeform 4"/>
          <p:cNvSpPr/>
          <p:nvPr/>
        </p:nvSpPr>
        <p:spPr>
          <a:xfrm flipH="1">
            <a:off x="-1590840" y="9258480"/>
            <a:ext cx="7314480" cy="3194640"/>
          </a:xfrm>
          <a:custGeom>
            <a:avLst/>
            <a:gdLst>
              <a:gd name="textAreaLeft" fmla="*/ -360 w 7314480"/>
              <a:gd name="textAreaRight" fmla="*/ 7314840 w 7314480"/>
              <a:gd name="textAreaTop" fmla="*/ 0 h 3194640"/>
              <a:gd name="textAreaBottom" fmla="*/ 319536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Freeform 5"/>
          <p:cNvSpPr/>
          <p:nvPr/>
        </p:nvSpPr>
        <p:spPr>
          <a:xfrm rot="16200000">
            <a:off x="146343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Freeform 6"/>
          <p:cNvSpPr/>
          <p:nvPr/>
        </p:nvSpPr>
        <p:spPr>
          <a:xfrm rot="16200000">
            <a:off x="1462644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Freeform 7"/>
          <p:cNvSpPr/>
          <p:nvPr/>
        </p:nvSpPr>
        <p:spPr>
          <a:xfrm flipV="1">
            <a:off x="12562920" y="-2167560"/>
            <a:ext cx="7314480" cy="3194640"/>
          </a:xfrm>
          <a:custGeom>
            <a:avLst/>
            <a:gdLst>
              <a:gd name="textAreaLeft" fmla="*/ 0 w 7314480"/>
              <a:gd name="textAreaRight" fmla="*/ 7315200 w 7314480"/>
              <a:gd name="textAreaTop" fmla="*/ 360 h 3194640"/>
              <a:gd name="textAreaBottom" fmla="*/ 319572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Box 8"/>
          <p:cNvSpPr/>
          <p:nvPr/>
        </p:nvSpPr>
        <p:spPr>
          <a:xfrm>
            <a:off x="15481800" y="8709120"/>
            <a:ext cx="1477080" cy="99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8215"/>
              </a:lnSpc>
              <a:tabLst>
                <a:tab algn="l" pos="0"/>
              </a:tabLst>
            </a:pPr>
            <a:r>
              <a:rPr b="1" lang="en-US" sz="5870" strike="noStrike" u="none">
                <a:solidFill>
                  <a:srgbClr val="26272b"/>
                </a:solidFill>
                <a:effectLst/>
                <a:uFillTx/>
                <a:latin typeface="Clear Sans Bold"/>
                <a:ea typeface="Clear Sans Bold"/>
              </a:rPr>
              <a:t>06</a:t>
            </a:r>
            <a:endParaRPr b="0" lang="en-US" sz="58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26" name="Group 9"/>
          <p:cNvGrpSpPr/>
          <p:nvPr/>
        </p:nvGrpSpPr>
        <p:grpSpPr>
          <a:xfrm>
            <a:off x="3325320" y="3819600"/>
            <a:ext cx="496440" cy="496440"/>
            <a:chOff x="3325320" y="3819600"/>
            <a:chExt cx="496440" cy="496440"/>
          </a:xfrm>
        </p:grpSpPr>
        <p:sp>
          <p:nvSpPr>
            <p:cNvPr id="127" name="Freeform 10"/>
            <p:cNvSpPr/>
            <p:nvPr/>
          </p:nvSpPr>
          <p:spPr>
            <a:xfrm>
              <a:off x="3325320" y="3819600"/>
              <a:ext cx="496440" cy="496440"/>
            </a:xfrm>
            <a:custGeom>
              <a:avLst/>
              <a:gdLst>
                <a:gd name="textAreaLeft" fmla="*/ 0 w 496440"/>
                <a:gd name="textAreaRight" fmla="*/ 497160 w 496440"/>
                <a:gd name="textAreaTop" fmla="*/ 0 h 496440"/>
                <a:gd name="textAreaBottom" fmla="*/ 497160 h 49644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28" name="TextBox 11"/>
            <p:cNvSpPr/>
            <p:nvPr/>
          </p:nvSpPr>
          <p:spPr>
            <a:xfrm>
              <a:off x="3371760" y="3843000"/>
              <a:ext cx="40320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659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29" name="TextBox 12"/>
          <p:cNvSpPr/>
          <p:nvPr/>
        </p:nvSpPr>
        <p:spPr>
          <a:xfrm>
            <a:off x="4206240" y="3753000"/>
            <a:ext cx="10755720" cy="21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43"/>
              </a:lnSpc>
              <a:tabLst>
                <a:tab algn="l" pos="0"/>
              </a:tabLst>
            </a:pPr>
            <a:r>
              <a:rPr b="1" lang="en-US" sz="303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init, add, commit, push, pull, clone – Initialize repositories, stage files, save changes with metadata, upload/download commits, and copy remote repositories for local development.</a:t>
            </a:r>
            <a:endParaRPr b="0" lang="en-US" sz="30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0" name="TextBox 13"/>
          <p:cNvSpPr/>
          <p:nvPr/>
        </p:nvSpPr>
        <p:spPr>
          <a:xfrm>
            <a:off x="4554720" y="1852920"/>
            <a:ext cx="10532520" cy="1506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1863"/>
              </a:lnSpc>
              <a:tabLst>
                <a:tab algn="l" pos="0"/>
              </a:tabLst>
            </a:pPr>
            <a:r>
              <a:rPr b="1" lang="en-US" sz="848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CORE COMMANDS</a:t>
            </a:r>
            <a:endParaRPr b="0" lang="en-US" sz="848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grpSp>
        <p:nvGrpSpPr>
          <p:cNvPr id="131" name="Group 14"/>
          <p:cNvGrpSpPr/>
          <p:nvPr/>
        </p:nvGrpSpPr>
        <p:grpSpPr>
          <a:xfrm>
            <a:off x="3325320" y="6225120"/>
            <a:ext cx="496440" cy="496440"/>
            <a:chOff x="3325320" y="6225120"/>
            <a:chExt cx="496440" cy="496440"/>
          </a:xfrm>
        </p:grpSpPr>
        <p:sp>
          <p:nvSpPr>
            <p:cNvPr id="132" name="Freeform 15"/>
            <p:cNvSpPr/>
            <p:nvPr/>
          </p:nvSpPr>
          <p:spPr>
            <a:xfrm>
              <a:off x="3325320" y="6225120"/>
              <a:ext cx="496440" cy="496440"/>
            </a:xfrm>
            <a:custGeom>
              <a:avLst/>
              <a:gdLst>
                <a:gd name="textAreaLeft" fmla="*/ 0 w 496440"/>
                <a:gd name="textAreaRight" fmla="*/ 497160 w 496440"/>
                <a:gd name="textAreaTop" fmla="*/ 0 h 496440"/>
                <a:gd name="textAreaBottom" fmla="*/ 497160 h 496440"/>
              </a:gdLst>
              <a:ahLst/>
              <a:cxnLst/>
              <a:rect l="textAreaLeft" t="textAreaTop" r="textAreaRight" b="textAreaBottom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90000" rIns="90000" tIns="45000" bIns="45000" anchor="t">
              <a:noAutofit/>
            </a:bodyPr>
            <a:p>
              <a:pPr>
                <a:lnSpc>
                  <a:spcPct val="100000"/>
                </a:lnSpc>
              </a:pPr>
              <a:endParaRPr b="0" lang="en-US" sz="1800" strike="noStrike" u="non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3" name="TextBox 16"/>
            <p:cNvSpPr/>
            <p:nvPr/>
          </p:nvSpPr>
          <p:spPr>
            <a:xfrm>
              <a:off x="3371760" y="6248520"/>
              <a:ext cx="403200" cy="426240"/>
            </a:xfrm>
            <a:prstGeom prst="rect">
              <a:avLst/>
            </a:prstGeom>
            <a:noFill/>
            <a:ln w="0">
              <a:noFill/>
            </a:ln>
          </p:spPr>
          <p:style>
            <a:lnRef idx="0"/>
            <a:fillRef idx="0"/>
            <a:effectRef idx="0"/>
            <a:fontRef idx="minor"/>
          </p:style>
          <p:txBody>
            <a:bodyPr lIns="50760" rIns="50760" tIns="50760" bIns="50760" anchor="ctr">
              <a:noAutofit/>
            </a:bodyPr>
            <a:p>
              <a:pPr algn="ctr" defTabSz="914400">
                <a:lnSpc>
                  <a:spcPts val="2659"/>
                </a:lnSpc>
                <a:tabLst>
                  <a:tab algn="l" pos="0"/>
                </a:tabLst>
              </a:pPr>
              <a:endParaRPr b="0" lang="en-US" sz="1800" strike="noStrike" u="none">
                <a:solidFill>
                  <a:schemeClr val="dk1"/>
                </a:solidFill>
                <a:effectLst/>
                <a:uFillTx/>
                <a:latin typeface="Calibri"/>
              </a:endParaRPr>
            </a:p>
          </p:txBody>
        </p:sp>
      </p:grpSp>
      <p:sp>
        <p:nvSpPr>
          <p:cNvPr id="134" name="TextBox 17"/>
          <p:cNvSpPr/>
          <p:nvPr/>
        </p:nvSpPr>
        <p:spPr>
          <a:xfrm>
            <a:off x="4206240" y="6158520"/>
            <a:ext cx="10755720" cy="212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43"/>
              </a:lnSpc>
              <a:tabLst>
                <a:tab algn="l" pos="0"/>
              </a:tabLst>
            </a:pPr>
            <a:r>
              <a:rPr b="1" lang="en-US" sz="303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branch, merge, fetch, tag, log – Create and manage branches, combine code with conflict detection using SHA256 hashing and LCS algorithm, retrieve remote updates, label versions, and display commit history.</a:t>
            </a:r>
            <a:endParaRPr b="0" lang="en-US" sz="30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5" name="Freeform 2"/>
          <p:cNvSpPr/>
          <p:nvPr/>
        </p:nvSpPr>
        <p:spPr>
          <a:xfrm rot="16200000">
            <a:off x="-36489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6" name="Freeform 3"/>
          <p:cNvSpPr/>
          <p:nvPr/>
        </p:nvSpPr>
        <p:spPr>
          <a:xfrm rot="16200000">
            <a:off x="-365688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Freeform 4"/>
          <p:cNvSpPr/>
          <p:nvPr/>
        </p:nvSpPr>
        <p:spPr>
          <a:xfrm flipH="1">
            <a:off x="-1590840" y="9258480"/>
            <a:ext cx="7314480" cy="3194640"/>
          </a:xfrm>
          <a:custGeom>
            <a:avLst/>
            <a:gdLst>
              <a:gd name="textAreaLeft" fmla="*/ -360 w 7314480"/>
              <a:gd name="textAreaRight" fmla="*/ 7314840 w 7314480"/>
              <a:gd name="textAreaTop" fmla="*/ 0 h 3194640"/>
              <a:gd name="textAreaBottom" fmla="*/ 319536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Freeform 5"/>
          <p:cNvSpPr/>
          <p:nvPr/>
        </p:nvSpPr>
        <p:spPr>
          <a:xfrm rot="16200000">
            <a:off x="146343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Freeform 6"/>
          <p:cNvSpPr/>
          <p:nvPr/>
        </p:nvSpPr>
        <p:spPr>
          <a:xfrm rot="16200000">
            <a:off x="1462644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Freeform 7"/>
          <p:cNvSpPr/>
          <p:nvPr/>
        </p:nvSpPr>
        <p:spPr>
          <a:xfrm flipV="1">
            <a:off x="12562920" y="-2167560"/>
            <a:ext cx="7314480" cy="3194640"/>
          </a:xfrm>
          <a:custGeom>
            <a:avLst/>
            <a:gdLst>
              <a:gd name="textAreaLeft" fmla="*/ 0 w 7314480"/>
              <a:gd name="textAreaRight" fmla="*/ 7315200 w 7314480"/>
              <a:gd name="textAreaTop" fmla="*/ 360 h 3194640"/>
              <a:gd name="textAreaBottom" fmla="*/ 319572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Box 8"/>
          <p:cNvSpPr/>
          <p:nvPr/>
        </p:nvSpPr>
        <p:spPr>
          <a:xfrm>
            <a:off x="15481800" y="8756640"/>
            <a:ext cx="1477080" cy="538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428"/>
              </a:lnSpc>
              <a:tabLst>
                <a:tab algn="l" pos="0"/>
              </a:tabLst>
            </a:pPr>
            <a:r>
              <a:rPr b="1" lang="en-US" sz="3170" strike="noStrike" u="none">
                <a:solidFill>
                  <a:srgbClr val="26272b"/>
                </a:solidFill>
                <a:effectLst/>
                <a:uFillTx/>
                <a:latin typeface="Clear Sans Bold"/>
                <a:ea typeface="Clear Sans Bold"/>
              </a:rPr>
              <a:t>07</a:t>
            </a:r>
            <a:endParaRPr b="0" lang="en-US" sz="31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2" name="TextBox 9"/>
          <p:cNvSpPr/>
          <p:nvPr/>
        </p:nvSpPr>
        <p:spPr>
          <a:xfrm>
            <a:off x="3106440" y="2253240"/>
            <a:ext cx="13123800" cy="1078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8495"/>
              </a:lnSpc>
              <a:tabLst>
                <a:tab algn="l" pos="0"/>
              </a:tabLst>
            </a:pPr>
            <a:r>
              <a:rPr b="1" lang="en-US" sz="607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ARCHITECTURE &amp; TECHNOLOGIES</a:t>
            </a:r>
            <a:endParaRPr b="0" lang="en-US" sz="607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3" name="TextBox 10"/>
          <p:cNvSpPr/>
          <p:nvPr/>
        </p:nvSpPr>
        <p:spPr>
          <a:xfrm>
            <a:off x="2067480" y="4864320"/>
            <a:ext cx="5466600" cy="2508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991"/>
              </a:lnSpc>
              <a:tabLst>
                <a:tab algn="l" pos="0"/>
              </a:tabLst>
            </a:pPr>
            <a:r>
              <a:rPr b="1" lang="en-US" sz="285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C Language powers the Git engine for maximum performance, efficiency, and low-level control over version control operations.</a:t>
            </a:r>
            <a:endParaRPr b="0" lang="en-US" sz="28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4" name="TextBox 11"/>
          <p:cNvSpPr/>
          <p:nvPr/>
        </p:nvSpPr>
        <p:spPr>
          <a:xfrm>
            <a:off x="2067480" y="3980880"/>
            <a:ext cx="4884120" cy="60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4918"/>
              </a:lnSpc>
              <a:tabLst>
                <a:tab algn="l" pos="0"/>
              </a:tabLst>
            </a:pPr>
            <a:r>
              <a:rPr b="1" lang="en-US" sz="3509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CORE ENGINE</a:t>
            </a:r>
            <a:endParaRPr b="0" lang="en-US" sz="3509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5" name="TextBox 12"/>
          <p:cNvSpPr/>
          <p:nvPr/>
        </p:nvSpPr>
        <p:spPr>
          <a:xfrm>
            <a:off x="2581560" y="3999960"/>
            <a:ext cx="10483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6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TextBox 13"/>
          <p:cNvSpPr/>
          <p:nvPr/>
        </p:nvSpPr>
        <p:spPr>
          <a:xfrm>
            <a:off x="11031480" y="4864320"/>
            <a:ext cx="4449600" cy="2460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3969"/>
              </a:lnSpc>
              <a:tabLst>
                <a:tab algn="l" pos="0"/>
              </a:tabLst>
            </a:pPr>
            <a:r>
              <a:rPr b="1" lang="en-US" sz="283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React + TypeScript frontend, Express backend, PostgreSQL + Supabase database, And JWT authentication.</a:t>
            </a:r>
            <a:endParaRPr b="0" lang="en-US" sz="283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Box 14"/>
          <p:cNvSpPr/>
          <p:nvPr/>
        </p:nvSpPr>
        <p:spPr>
          <a:xfrm>
            <a:off x="10821600" y="3980880"/>
            <a:ext cx="4884120" cy="605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r" defTabSz="914400">
              <a:lnSpc>
                <a:spcPts val="4918"/>
              </a:lnSpc>
              <a:tabLst>
                <a:tab algn="l" pos="0"/>
              </a:tabLst>
            </a:pPr>
            <a:r>
              <a:rPr b="1" lang="en-US" sz="3509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WEB STACK</a:t>
            </a:r>
            <a:endParaRPr b="0" lang="en-US" sz="3509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Box 15"/>
          <p:cNvSpPr/>
          <p:nvPr/>
        </p:nvSpPr>
        <p:spPr>
          <a:xfrm>
            <a:off x="9529920" y="3999960"/>
            <a:ext cx="1048320" cy="529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360"/>
              </a:lnSpc>
              <a:tabLst>
                <a:tab algn="l" pos="0"/>
              </a:tabLst>
            </a:pPr>
            <a:endParaRPr b="0" lang="en-US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Freeform 2"/>
          <p:cNvSpPr/>
          <p:nvPr/>
        </p:nvSpPr>
        <p:spPr>
          <a:xfrm rot="16200000">
            <a:off x="-36489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Freeform 3"/>
          <p:cNvSpPr/>
          <p:nvPr/>
        </p:nvSpPr>
        <p:spPr>
          <a:xfrm rot="16200000">
            <a:off x="-365688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Freeform 4"/>
          <p:cNvSpPr/>
          <p:nvPr/>
        </p:nvSpPr>
        <p:spPr>
          <a:xfrm flipH="1">
            <a:off x="-1590840" y="9258480"/>
            <a:ext cx="7314480" cy="3194640"/>
          </a:xfrm>
          <a:custGeom>
            <a:avLst/>
            <a:gdLst>
              <a:gd name="textAreaLeft" fmla="*/ -360 w 7314480"/>
              <a:gd name="textAreaRight" fmla="*/ 7314840 w 7314480"/>
              <a:gd name="textAreaTop" fmla="*/ 0 h 3194640"/>
              <a:gd name="textAreaBottom" fmla="*/ 319536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2" name="Freeform 5"/>
          <p:cNvSpPr/>
          <p:nvPr/>
        </p:nvSpPr>
        <p:spPr>
          <a:xfrm rot="16200000">
            <a:off x="146343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3" name="Freeform 6"/>
          <p:cNvSpPr/>
          <p:nvPr/>
        </p:nvSpPr>
        <p:spPr>
          <a:xfrm rot="16200000">
            <a:off x="1462644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Freeform 7"/>
          <p:cNvSpPr/>
          <p:nvPr/>
        </p:nvSpPr>
        <p:spPr>
          <a:xfrm flipV="1">
            <a:off x="12562920" y="-2167560"/>
            <a:ext cx="7314480" cy="3194640"/>
          </a:xfrm>
          <a:custGeom>
            <a:avLst/>
            <a:gdLst>
              <a:gd name="textAreaLeft" fmla="*/ 0 w 7314480"/>
              <a:gd name="textAreaRight" fmla="*/ 7315200 w 7314480"/>
              <a:gd name="textAreaTop" fmla="*/ 360 h 3194640"/>
              <a:gd name="textAreaBottom" fmla="*/ 319572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TextBox 8"/>
          <p:cNvSpPr/>
          <p:nvPr/>
        </p:nvSpPr>
        <p:spPr>
          <a:xfrm>
            <a:off x="15481800" y="8756640"/>
            <a:ext cx="147708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127"/>
              </a:lnSpc>
              <a:tabLst>
                <a:tab algn="l" pos="0"/>
              </a:tabLst>
            </a:pPr>
            <a:r>
              <a:rPr b="1" lang="en-US" sz="2950" strike="noStrike" u="none">
                <a:solidFill>
                  <a:srgbClr val="26272b"/>
                </a:solidFill>
                <a:effectLst/>
                <a:uFillTx/>
                <a:latin typeface="Clear Sans Bold"/>
                <a:ea typeface="Clear Sans Bold"/>
              </a:rPr>
              <a:t>09</a:t>
            </a:r>
            <a:endParaRPr b="0" lang="en-US" sz="2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6" name="TextBox 9"/>
          <p:cNvSpPr/>
          <p:nvPr/>
        </p:nvSpPr>
        <p:spPr>
          <a:xfrm>
            <a:off x="5088240" y="2869920"/>
            <a:ext cx="11370600" cy="880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6939"/>
              </a:lnSpc>
              <a:tabLst>
                <a:tab algn="l" pos="0"/>
              </a:tabLst>
            </a:pPr>
            <a:r>
              <a:rPr b="1" lang="en-US" sz="495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KEY IMPLEMENTATION HIGHLIGHTS</a:t>
            </a:r>
            <a:endParaRPr b="0" lang="en-US" sz="4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7" name="TextBox 10"/>
          <p:cNvSpPr/>
          <p:nvPr/>
        </p:nvSpPr>
        <p:spPr>
          <a:xfrm>
            <a:off x="1503000" y="4360320"/>
            <a:ext cx="13454640" cy="3762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just" defTabSz="914400">
              <a:lnSpc>
                <a:spcPts val="4232"/>
              </a:lnSpc>
              <a:tabLst>
                <a:tab algn="l" pos="0"/>
              </a:tabLst>
            </a:pPr>
            <a:r>
              <a:rPr b="1" lang="en-US" sz="30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• Efficient C-based Git engine for performance</a:t>
            </a:r>
            <a:endParaRPr b="0" lang="en-US" sz="30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232"/>
              </a:lnSpc>
              <a:tabLst>
                <a:tab algn="l" pos="0"/>
              </a:tabLst>
            </a:pPr>
            <a:r>
              <a:rPr b="1" lang="en-US" sz="30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• SHA1 hashing for separating, handle &amp; storing commits</a:t>
            </a:r>
            <a:endParaRPr b="0" lang="en-US" sz="30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232"/>
              </a:lnSpc>
              <a:tabLst>
                <a:tab algn="l" pos="0"/>
              </a:tabLst>
            </a:pPr>
            <a:r>
              <a:rPr b="1" lang="en-US" sz="30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• zlib compression for optimized storage</a:t>
            </a:r>
            <a:endParaRPr b="0" lang="en-US" sz="30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232"/>
              </a:lnSpc>
              <a:tabLst>
                <a:tab algn="l" pos="0"/>
              </a:tabLst>
            </a:pPr>
            <a:r>
              <a:rPr b="1" lang="en-US" sz="30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• LCS algorithm for merge conflict detection</a:t>
            </a:r>
            <a:endParaRPr b="0" lang="en-US" sz="30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232"/>
              </a:lnSpc>
              <a:tabLst>
                <a:tab algn="l" pos="0"/>
              </a:tabLst>
            </a:pPr>
            <a:r>
              <a:rPr b="1" lang="en-US" sz="30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• SHA256 hashing for file comparison &amp; integrity</a:t>
            </a:r>
            <a:endParaRPr b="0" lang="en-US" sz="30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232"/>
              </a:lnSpc>
              <a:tabLst>
                <a:tab algn="l" pos="0"/>
              </a:tabLst>
            </a:pPr>
            <a:r>
              <a:rPr b="1" lang="en-US" sz="30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• Secure JWT authentication system</a:t>
            </a:r>
            <a:endParaRPr b="0" lang="en-US" sz="30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ts val="4232"/>
              </a:lnSpc>
              <a:tabLst>
                <a:tab algn="l" pos="0"/>
              </a:tabLst>
            </a:pPr>
            <a:r>
              <a:rPr b="1" lang="en-US" sz="30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• Modular Express middleware architecture</a:t>
            </a:r>
            <a:endParaRPr b="0" lang="en-US" sz="30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Freeform 2"/>
          <p:cNvSpPr/>
          <p:nvPr/>
        </p:nvSpPr>
        <p:spPr>
          <a:xfrm rot="16200000">
            <a:off x="-36489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9" name="Freeform 3"/>
          <p:cNvSpPr/>
          <p:nvPr/>
        </p:nvSpPr>
        <p:spPr>
          <a:xfrm rot="16200000">
            <a:off x="-365688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Freeform 4"/>
          <p:cNvSpPr/>
          <p:nvPr/>
        </p:nvSpPr>
        <p:spPr>
          <a:xfrm flipH="1">
            <a:off x="-1590840" y="9258480"/>
            <a:ext cx="7314480" cy="3194640"/>
          </a:xfrm>
          <a:custGeom>
            <a:avLst/>
            <a:gdLst>
              <a:gd name="textAreaLeft" fmla="*/ -360 w 7314480"/>
              <a:gd name="textAreaRight" fmla="*/ 7314840 w 7314480"/>
              <a:gd name="textAreaTop" fmla="*/ 0 h 3194640"/>
              <a:gd name="textAreaBottom" fmla="*/ 319536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Freeform 5"/>
          <p:cNvSpPr/>
          <p:nvPr/>
        </p:nvSpPr>
        <p:spPr>
          <a:xfrm rot="16200000">
            <a:off x="146343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Freeform 6"/>
          <p:cNvSpPr/>
          <p:nvPr/>
        </p:nvSpPr>
        <p:spPr>
          <a:xfrm rot="16200000">
            <a:off x="1462644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Freeform 7"/>
          <p:cNvSpPr/>
          <p:nvPr/>
        </p:nvSpPr>
        <p:spPr>
          <a:xfrm flipV="1">
            <a:off x="12562920" y="-2167560"/>
            <a:ext cx="7314480" cy="3194640"/>
          </a:xfrm>
          <a:custGeom>
            <a:avLst/>
            <a:gdLst>
              <a:gd name="textAreaLeft" fmla="*/ 0 w 7314480"/>
              <a:gd name="textAreaRight" fmla="*/ 7315200 w 7314480"/>
              <a:gd name="textAreaTop" fmla="*/ 360 h 3194640"/>
              <a:gd name="textAreaBottom" fmla="*/ 319572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4" name="TextBox 8"/>
          <p:cNvSpPr/>
          <p:nvPr/>
        </p:nvSpPr>
        <p:spPr>
          <a:xfrm>
            <a:off x="15481800" y="8756640"/>
            <a:ext cx="147708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127"/>
              </a:lnSpc>
              <a:tabLst>
                <a:tab algn="l" pos="0"/>
              </a:tabLst>
            </a:pPr>
            <a:r>
              <a:rPr b="1" lang="en-US" sz="2950" strike="noStrike" u="none">
                <a:solidFill>
                  <a:srgbClr val="26272b"/>
                </a:solidFill>
                <a:effectLst/>
                <a:uFillTx/>
                <a:latin typeface="Clear Sans Bold"/>
                <a:ea typeface="Clear Sans Bold"/>
              </a:rPr>
              <a:t>09</a:t>
            </a:r>
            <a:endParaRPr b="0" lang="en-US" sz="2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5" name="TextBox 9"/>
          <p:cNvSpPr/>
          <p:nvPr/>
        </p:nvSpPr>
        <p:spPr>
          <a:xfrm>
            <a:off x="1221840" y="933480"/>
            <a:ext cx="11131560" cy="84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939"/>
              </a:lnSpc>
              <a:tabLst>
                <a:tab algn="l" pos="0"/>
              </a:tabLst>
            </a:pPr>
            <a:r>
              <a:rPr b="1" lang="en-US" sz="495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TASK DISTRIBUTION</a:t>
            </a:r>
            <a:endParaRPr b="0" lang="en-US" sz="4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Box 10"/>
          <p:cNvSpPr/>
          <p:nvPr/>
        </p:nvSpPr>
        <p:spPr>
          <a:xfrm>
            <a:off x="1526400" y="1972440"/>
            <a:ext cx="13454640" cy="23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Bilal: Fetch, Add, Clone &amp; Main Front-End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Patrick:  Tag, Status, Checkout &amp; Support Front-End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Omar: Init, Push, Pull, Log, Database &amp; Support Back-End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Charbel: Init, Commit, LCS &amp; Main Back-End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Team: Merge &amp; Branch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Box 11"/>
          <p:cNvSpPr/>
          <p:nvPr/>
        </p:nvSpPr>
        <p:spPr>
          <a:xfrm>
            <a:off x="1221840" y="5343840"/>
            <a:ext cx="11131560" cy="84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939"/>
              </a:lnSpc>
              <a:tabLst>
                <a:tab algn="l" pos="0"/>
              </a:tabLst>
            </a:pPr>
            <a:r>
              <a:rPr b="1" lang="en-US" sz="495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CONCLUSION AND PROGRESS</a:t>
            </a:r>
            <a:endParaRPr b="0" lang="en-US" sz="4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Box 12"/>
          <p:cNvSpPr/>
          <p:nvPr/>
        </p:nvSpPr>
        <p:spPr>
          <a:xfrm>
            <a:off x="1221840" y="6643080"/>
            <a:ext cx="13454640" cy="1381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Core commands successfully completed.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Back-end and Front-end connections established. 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Database fully configured as of current progress. 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9" name="Freeform 2"/>
          <p:cNvSpPr/>
          <p:nvPr/>
        </p:nvSpPr>
        <p:spPr>
          <a:xfrm rot="16200000">
            <a:off x="-36489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0" name="Freeform 3"/>
          <p:cNvSpPr/>
          <p:nvPr/>
        </p:nvSpPr>
        <p:spPr>
          <a:xfrm rot="16200000">
            <a:off x="-365688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1" name="Freeform 4"/>
          <p:cNvSpPr/>
          <p:nvPr/>
        </p:nvSpPr>
        <p:spPr>
          <a:xfrm flipH="1">
            <a:off x="-1590840" y="9258480"/>
            <a:ext cx="7314480" cy="3194640"/>
          </a:xfrm>
          <a:custGeom>
            <a:avLst/>
            <a:gdLst>
              <a:gd name="textAreaLeft" fmla="*/ -360 w 7314480"/>
              <a:gd name="textAreaRight" fmla="*/ 7314840 w 7314480"/>
              <a:gd name="textAreaTop" fmla="*/ 0 h 3194640"/>
              <a:gd name="textAreaBottom" fmla="*/ 319536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2" name="Freeform 5"/>
          <p:cNvSpPr/>
          <p:nvPr/>
        </p:nvSpPr>
        <p:spPr>
          <a:xfrm rot="16200000">
            <a:off x="14634360" y="883476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Freeform 6"/>
          <p:cNvSpPr/>
          <p:nvPr/>
        </p:nvSpPr>
        <p:spPr>
          <a:xfrm rot="16200000">
            <a:off x="14626440" y="-572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1"/>
                </a:lnTo>
                <a:lnTo>
                  <a:pt x="0" y="2025901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Freeform 7"/>
          <p:cNvSpPr/>
          <p:nvPr/>
        </p:nvSpPr>
        <p:spPr>
          <a:xfrm flipV="1">
            <a:off x="12562920" y="-2167560"/>
            <a:ext cx="7314480" cy="3194640"/>
          </a:xfrm>
          <a:custGeom>
            <a:avLst/>
            <a:gdLst>
              <a:gd name="textAreaLeft" fmla="*/ 0 w 7314480"/>
              <a:gd name="textAreaRight" fmla="*/ 7315200 w 7314480"/>
              <a:gd name="textAreaTop" fmla="*/ 360 h 3194640"/>
              <a:gd name="textAreaBottom" fmla="*/ 319572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5" name="TextBox 8"/>
          <p:cNvSpPr/>
          <p:nvPr/>
        </p:nvSpPr>
        <p:spPr>
          <a:xfrm>
            <a:off x="15481800" y="8756640"/>
            <a:ext cx="1477080" cy="505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4127"/>
              </a:lnSpc>
              <a:tabLst>
                <a:tab algn="l" pos="0"/>
              </a:tabLst>
            </a:pPr>
            <a:r>
              <a:rPr b="1" lang="en-US" sz="2950" strike="noStrike" u="none">
                <a:solidFill>
                  <a:srgbClr val="26272b"/>
                </a:solidFill>
                <a:effectLst/>
                <a:uFillTx/>
                <a:latin typeface="Clear Sans Bold"/>
                <a:ea typeface="Clear Sans Bold"/>
              </a:rPr>
              <a:t>09</a:t>
            </a:r>
            <a:endParaRPr b="0" lang="en-US" sz="2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6" name="TextBox 9"/>
          <p:cNvSpPr/>
          <p:nvPr/>
        </p:nvSpPr>
        <p:spPr>
          <a:xfrm>
            <a:off x="1531080" y="779400"/>
            <a:ext cx="11131560" cy="84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939"/>
              </a:lnSpc>
              <a:tabLst>
                <a:tab algn="l" pos="0"/>
              </a:tabLst>
            </a:pPr>
            <a:r>
              <a:rPr b="1" lang="en-US" sz="495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CHALLENGES FACED</a:t>
            </a:r>
            <a:endParaRPr b="0" lang="en-US" sz="4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Box 10"/>
          <p:cNvSpPr/>
          <p:nvPr/>
        </p:nvSpPr>
        <p:spPr>
          <a:xfrm>
            <a:off x="1461600" y="1796400"/>
            <a:ext cx="13454640" cy="1856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Limited time and energy constraints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Burnout from multiple academic projects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Struggles and real-life pressure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Features postponed: grep, describe, proper pull requests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8" name="TextBox 11"/>
          <p:cNvSpPr/>
          <p:nvPr/>
        </p:nvSpPr>
        <p:spPr>
          <a:xfrm>
            <a:off x="1503000" y="4522320"/>
            <a:ext cx="11131560" cy="844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defTabSz="914400">
              <a:lnSpc>
                <a:spcPts val="6939"/>
              </a:lnSpc>
              <a:tabLst>
                <a:tab algn="l" pos="0"/>
              </a:tabLst>
            </a:pPr>
            <a:r>
              <a:rPr b="1" lang="en-US" sz="495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FUTURE VISIONS</a:t>
            </a:r>
            <a:endParaRPr b="0" lang="en-US" sz="495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9" name="TextBox 12"/>
          <p:cNvSpPr/>
          <p:nvPr/>
        </p:nvSpPr>
        <p:spPr>
          <a:xfrm>
            <a:off x="1535400" y="5620320"/>
            <a:ext cx="13454640" cy="2330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Continue development with community support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Enhance performance and add new features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Recode backend in Rust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Proper repository data handling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  <a:p>
            <a:pPr lvl="1" marL="566280" indent="-283320" defTabSz="914400">
              <a:lnSpc>
                <a:spcPts val="3671"/>
              </a:lnSpc>
              <a:buClr>
                <a:srgbClr val="ffffff"/>
              </a:buClr>
              <a:buFont typeface="Arial"/>
              <a:buChar char="•"/>
            </a:pPr>
            <a:r>
              <a:rPr b="1" lang="en-US" sz="2620" strike="noStrike" u="none">
                <a:solidFill>
                  <a:srgbClr val="ffffff"/>
                </a:solidFill>
                <a:effectLst/>
                <a:uFillTx/>
                <a:latin typeface="Aileron Bold"/>
                <a:ea typeface="Aileron Bold"/>
              </a:rPr>
              <a:t>Evolve into great open-source alternative to Microsoft’s GitHub</a:t>
            </a:r>
            <a:endParaRPr b="0" lang="en-US" sz="262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2627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Freeform 2"/>
          <p:cNvSpPr/>
          <p:nvPr/>
        </p:nvSpPr>
        <p:spPr>
          <a:xfrm rot="16200000">
            <a:off x="-3648960" y="77886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2"/>
                </a:lnTo>
                <a:lnTo>
                  <a:pt x="0" y="202590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1"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1" name="Freeform 3"/>
          <p:cNvSpPr/>
          <p:nvPr/>
        </p:nvSpPr>
        <p:spPr>
          <a:xfrm rot="16200000">
            <a:off x="14622480" y="473400"/>
            <a:ext cx="7314480" cy="2025360"/>
          </a:xfrm>
          <a:custGeom>
            <a:avLst/>
            <a:gdLst>
              <a:gd name="textAreaLeft" fmla="*/ 0 w 7314480"/>
              <a:gd name="textAreaRight" fmla="*/ 7315200 w 7314480"/>
              <a:gd name="textAreaTop" fmla="*/ 0 h 2025360"/>
              <a:gd name="textAreaBottom" fmla="*/ 2026080 h 2025360"/>
            </a:gdLst>
            <a:ahLst/>
            <a:cxnLst/>
            <a:rect l="textAreaLeft" t="textAreaTop" r="textAreaRight" b="textAreaBottom"/>
            <a:pathLst>
              <a:path w="7315200" h="2025901">
                <a:moveTo>
                  <a:pt x="0" y="0"/>
                </a:moveTo>
                <a:lnTo>
                  <a:pt x="7315200" y="0"/>
                </a:lnTo>
                <a:lnTo>
                  <a:pt x="7315200" y="2025902"/>
                </a:lnTo>
                <a:lnTo>
                  <a:pt x="0" y="2025902"/>
                </a:lnTo>
                <a:lnTo>
                  <a:pt x="0" y="0"/>
                </a:lnTo>
                <a:close/>
              </a:path>
            </a:pathLst>
          </a:custGeom>
          <a:blipFill rotWithShape="0">
            <a:blip r:embed="rId3">
              <a:extLst>
                <a:ext uri="{96DAC541-7B7A-43D3-8B79-37D633B846F1}">
                  <asvg:svgBlip xmlns:asvg="http://schemas.microsoft.com/office/drawing/2016/SVG/main" r:embed="rId4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Freeform 4"/>
          <p:cNvSpPr/>
          <p:nvPr/>
        </p:nvSpPr>
        <p:spPr>
          <a:xfrm flipH="1">
            <a:off x="-1590840" y="9258480"/>
            <a:ext cx="7314480" cy="3194640"/>
          </a:xfrm>
          <a:custGeom>
            <a:avLst/>
            <a:gdLst>
              <a:gd name="textAreaLeft" fmla="*/ -360 w 7314480"/>
              <a:gd name="textAreaRight" fmla="*/ 7314840 w 7314480"/>
              <a:gd name="textAreaTop" fmla="*/ 0 h 3194640"/>
              <a:gd name="textAreaBottom" fmla="*/ 319536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 rotWithShape="0"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Freeform 5"/>
          <p:cNvSpPr/>
          <p:nvPr/>
        </p:nvSpPr>
        <p:spPr>
          <a:xfrm flipV="1">
            <a:off x="12562920" y="-2167560"/>
            <a:ext cx="7314480" cy="3194640"/>
          </a:xfrm>
          <a:custGeom>
            <a:avLst/>
            <a:gdLst>
              <a:gd name="textAreaLeft" fmla="*/ 0 w 7314480"/>
              <a:gd name="textAreaRight" fmla="*/ 7315200 w 7314480"/>
              <a:gd name="textAreaTop" fmla="*/ 360 h 3194640"/>
              <a:gd name="textAreaBottom" fmla="*/ 319572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 rotWithShape="0">
            <a:blip r:embed="rId7">
              <a:extLst>
                <a:ext uri="{96DAC541-7B7A-43D3-8B79-37D633B846F1}">
                  <asvg:svgBlip xmlns:asvg="http://schemas.microsoft.com/office/drawing/2016/SVG/main" r:embed="rId8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Freeform 6"/>
          <p:cNvSpPr/>
          <p:nvPr/>
        </p:nvSpPr>
        <p:spPr>
          <a:xfrm flipV="1">
            <a:off x="-1589400" y="-2167560"/>
            <a:ext cx="7314480" cy="3194640"/>
          </a:xfrm>
          <a:custGeom>
            <a:avLst/>
            <a:gdLst>
              <a:gd name="textAreaLeft" fmla="*/ 0 w 7314480"/>
              <a:gd name="textAreaRight" fmla="*/ 7315200 w 7314480"/>
              <a:gd name="textAreaTop" fmla="*/ 360 h 3194640"/>
              <a:gd name="textAreaBottom" fmla="*/ 319572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0" y="3195406"/>
                </a:moveTo>
                <a:lnTo>
                  <a:pt x="7315200" y="3195406"/>
                </a:lnTo>
                <a:lnTo>
                  <a:pt x="7315200" y="0"/>
                </a:lnTo>
                <a:lnTo>
                  <a:pt x="0" y="0"/>
                </a:lnTo>
                <a:lnTo>
                  <a:pt x="0" y="3195406"/>
                </a:lnTo>
                <a:close/>
              </a:path>
            </a:pathLst>
          </a:custGeom>
          <a:blipFill rotWithShape="0">
            <a:blip r:embed="rId9">
              <a:extLst>
                <a:ext uri="{96DAC541-7B7A-43D3-8B79-37D633B846F1}">
                  <asvg:svgBlip xmlns:asvg="http://schemas.microsoft.com/office/drawing/2016/SVG/main" r:embed="rId10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5" name="Freeform 7"/>
          <p:cNvSpPr/>
          <p:nvPr/>
        </p:nvSpPr>
        <p:spPr>
          <a:xfrm flipH="1">
            <a:off x="12562200" y="9263160"/>
            <a:ext cx="7314480" cy="3194640"/>
          </a:xfrm>
          <a:custGeom>
            <a:avLst/>
            <a:gdLst>
              <a:gd name="textAreaLeft" fmla="*/ -360 w 7314480"/>
              <a:gd name="textAreaRight" fmla="*/ 7314840 w 7314480"/>
              <a:gd name="textAreaTop" fmla="*/ 0 h 3194640"/>
              <a:gd name="textAreaBottom" fmla="*/ 3195360 h 3194640"/>
            </a:gdLst>
            <a:ahLst/>
            <a:cxnLst/>
            <a:rect l="textAreaLeft" t="textAreaTop" r="textAreaRight" b="textAreaBottom"/>
            <a:pathLst>
              <a:path w="7315200" h="3195406">
                <a:moveTo>
                  <a:pt x="7315200" y="0"/>
                </a:moveTo>
                <a:lnTo>
                  <a:pt x="0" y="0"/>
                </a:lnTo>
                <a:lnTo>
                  <a:pt x="0" y="3195406"/>
                </a:lnTo>
                <a:lnTo>
                  <a:pt x="7315200" y="3195406"/>
                </a:lnTo>
                <a:lnTo>
                  <a:pt x="7315200" y="0"/>
                </a:lnTo>
                <a:close/>
              </a:path>
            </a:pathLst>
          </a:custGeom>
          <a:blipFill rotWithShape="0"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rcRect/>
            <a:stretch/>
          </a:blip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</a:pP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6" name="TextBox 8"/>
          <p:cNvSpPr/>
          <p:nvPr/>
        </p:nvSpPr>
        <p:spPr>
          <a:xfrm>
            <a:off x="2596680" y="3079080"/>
            <a:ext cx="13093920" cy="2063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16937"/>
              </a:lnSpc>
              <a:tabLst>
                <a:tab algn="l" pos="0"/>
              </a:tabLst>
            </a:pPr>
            <a:r>
              <a:rPr b="1" lang="en-US" sz="12100" strike="noStrike" u="none">
                <a:solidFill>
                  <a:srgbClr val="ffffff"/>
                </a:solidFill>
                <a:effectLst/>
                <a:uFillTx/>
                <a:latin typeface="Clear Sans Bold"/>
                <a:ea typeface="Clear Sans Bold"/>
              </a:rPr>
              <a:t>THANK YOU</a:t>
            </a:r>
            <a:endParaRPr b="0" lang="en-US" sz="121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87" name="TextBox 9"/>
          <p:cNvSpPr/>
          <p:nvPr/>
        </p:nvSpPr>
        <p:spPr>
          <a:xfrm>
            <a:off x="2596680" y="5360760"/>
            <a:ext cx="13093920" cy="111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spAutoFit/>
          </a:bodyPr>
          <a:p>
            <a:pPr algn="ctr" defTabSz="914400">
              <a:lnSpc>
                <a:spcPts val="9099"/>
              </a:lnSpc>
              <a:tabLst>
                <a:tab algn="l" pos="0"/>
              </a:tabLst>
            </a:pPr>
            <a:r>
              <a:rPr b="1" lang="en-US" sz="6500" strike="noStrike" u="sng">
                <a:solidFill>
                  <a:srgbClr val="fda410"/>
                </a:solidFill>
                <a:effectLst/>
                <a:uFillTx/>
                <a:latin typeface="Clear Sans Bold"/>
                <a:ea typeface="Clear Sans Bold"/>
              </a:rPr>
              <a:t>DEMO TIME</a:t>
            </a:r>
            <a:endParaRPr b="0" lang="en-US" sz="6500" strike="noStrike" u="non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 pitchFamily="0" charset="1"/>
        <a:ea typeface=""/>
        <a:cs typeface=""/>
      </a:majorFont>
      <a:minorFont>
        <a:latin typeface="Calibri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 l="0" t="0" r="0" b="0"/>
        </a:gradFill>
        <a:gradFill>
          <a:gsLst>
            <a:gs pos="0">
              <a:schemeClr val="phClr">
                <a:shade val="51000"/>
              </a:schemeClr>
            </a:gs>
            <a:gs pos="80000">
              <a:schemeClr val="phClr">
                <a:shade val="93000"/>
              </a:schemeClr>
            </a:gs>
            <a:gs pos="100000">
              <a:schemeClr val="phClr">
                <a:shade val="94000"/>
              </a:schemeClr>
            </a:gs>
          </a:gsLst>
          <a:lin ang="16200000" scaled="0"/>
          <a:tileRect l="0" t="0" r="0" b="0"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 l="0" t="0" r="0" b="0"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 l="0" t="0" r="0" b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178</TotalTime>
  <Application>LibreOffice/25.2.3.2$Linux_X86_64 LibreOffice_project/520$Build-2</Application>
  <AppVersion>15.0000</AppVersion>
  <Words>512</Words>
  <Paragraphs>83</Paragraph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  <dc:creator/>
  <dc:description/>
  <dc:identifier>DAHJoXPW-OA</dc:identifier>
  <dc:language>en-US</dc:language>
  <cp:lastModifiedBy/>
  <dcterms:modified xsi:type="dcterms:W3CDTF">2026-05-15T09:00:04Z</dcterms:modified>
  <cp:revision>5</cp:revision>
  <dc:subject/>
  <dc:title>Non Text Magic Studio Magic Design for Presentations L&amp;P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PresentationFormat">
    <vt:lpwstr>Custom</vt:lpwstr>
  </property>
  <property fmtid="{D5CDD505-2E9C-101B-9397-08002B2CF9AE}" pid="3" name="Slides">
    <vt:i4>11</vt:i4>
  </property>
</Properties>
</file>